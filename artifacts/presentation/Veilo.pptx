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fa43ab30e0147b3" /><Relationship Type="http://schemas.openxmlformats.org/officeDocument/2006/relationships/extended-properties" Target="/docProps/app.xml" Id="Rd0e8c5ae7299455a" /><Relationship Type="http://schemas.openxmlformats.org/officeDocument/2006/relationships/officeDocument" Target="/ppt/presentation.xml" Id="Rbaef925856674c1d" /></Relationships>
</file>

<file path=ppt/presentation.xml><?xml version="1.0" encoding="utf-8"?>
<p:presentation xmlns:p="http://schemas.openxmlformats.org/presentationml/2006/main">
  <p:sldMasterIdLst>
    <p:sldMasterId xmlns:r="http://schemas.openxmlformats.org/officeDocument/2006/relationships" id="2147483648" r:id="R716f3cde62974e32"/>
  </p:sldMasterIdLst>
  <p:notesMasterIdLst>
    <p:notesMasterId xmlns:r="http://schemas.openxmlformats.org/officeDocument/2006/relationships" r:id="R2b314f6feb024651"/>
  </p:notesMasterIdLst>
  <p:sldIdLst>
    <p:sldId xmlns:r="http://schemas.openxmlformats.org/officeDocument/2006/relationships" id="256" r:id="R9559a888b20140a8"/>
    <p:sldId xmlns:r="http://schemas.openxmlformats.org/officeDocument/2006/relationships" id="257" r:id="Rfaaac4049f2d4aa1"/>
    <p:sldId xmlns:r="http://schemas.openxmlformats.org/officeDocument/2006/relationships" id="258" r:id="R2b90f77c439c4621"/>
    <p:sldId xmlns:r="http://schemas.openxmlformats.org/officeDocument/2006/relationships" id="259" r:id="Rff1e8896a0424f2c"/>
    <p:sldId xmlns:r="http://schemas.openxmlformats.org/officeDocument/2006/relationships" id="260" r:id="R7c5c093f1afb4419"/>
    <p:sldId xmlns:r="http://schemas.openxmlformats.org/officeDocument/2006/relationships" id="261" r:id="Rb45eb772a7c346ff"/>
    <p:sldId xmlns:r="http://schemas.openxmlformats.org/officeDocument/2006/relationships" id="262" r:id="Re97f26eac9d84099"/>
    <p:sldId xmlns:r="http://schemas.openxmlformats.org/officeDocument/2006/relationships" id="263" r:id="R7c079b9c50934f3d"/>
    <p:sldId xmlns:r="http://schemas.openxmlformats.org/officeDocument/2006/relationships" id="264" r:id="Rc59ff7a782454d47"/>
    <p:sldId xmlns:r="http://schemas.openxmlformats.org/officeDocument/2006/relationships" id="265" r:id="R14e9a72d84344f78"/>
    <p:sldId xmlns:r="http://schemas.openxmlformats.org/officeDocument/2006/relationships" id="266" r:id="R3aa2dd9521614ad7"/>
    <p:sldId xmlns:r="http://schemas.openxmlformats.org/officeDocument/2006/relationships" id="267" r:id="R5f2f41dea86d458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68dae3dc75f4c6f" /><Relationship Type="http://schemas.openxmlformats.org/officeDocument/2006/relationships/slideMaster" Target="/ppt/slideMasters/slideMaster1.xml" Id="R716f3cde62974e32" /><Relationship Type="http://schemas.openxmlformats.org/officeDocument/2006/relationships/notesMaster" Target="/ppt/notesMasters/notesMaster1.xml" Id="R2b314f6feb024651" /><Relationship Type="http://schemas.openxmlformats.org/officeDocument/2006/relationships/presProps" Target="/ppt/presProps.xml" Id="R42491707db5a48eb" /><Relationship Type="http://schemas.openxmlformats.org/officeDocument/2006/relationships/tableStyles" Target="/ppt/tableStyles.xml" Id="R58422bbc052c44a4" /><Relationship Type="http://schemas.openxmlformats.org/officeDocument/2006/relationships/slide" Target="/ppt/slides/slide1.xml" Id="R9559a888b20140a8" /><Relationship Type="http://schemas.openxmlformats.org/officeDocument/2006/relationships/slide" Target="/ppt/slides/slide2.xml" Id="Rfaaac4049f2d4aa1" /><Relationship Type="http://schemas.openxmlformats.org/officeDocument/2006/relationships/slide" Target="/ppt/slides/slide3.xml" Id="R2b90f77c439c4621" /><Relationship Type="http://schemas.openxmlformats.org/officeDocument/2006/relationships/slide" Target="/ppt/slides/slide4.xml" Id="Rff1e8896a0424f2c" /><Relationship Type="http://schemas.openxmlformats.org/officeDocument/2006/relationships/slide" Target="/ppt/slides/slide5.xml" Id="R7c5c093f1afb4419" /><Relationship Type="http://schemas.openxmlformats.org/officeDocument/2006/relationships/slide" Target="/ppt/slides/slide6.xml" Id="Rb45eb772a7c346ff" /><Relationship Type="http://schemas.openxmlformats.org/officeDocument/2006/relationships/slide" Target="/ppt/slides/slide7.xml" Id="Re97f26eac9d84099" /><Relationship Type="http://schemas.openxmlformats.org/officeDocument/2006/relationships/slide" Target="/ppt/slides/slide8.xml" Id="R7c079b9c50934f3d" /><Relationship Type="http://schemas.openxmlformats.org/officeDocument/2006/relationships/slide" Target="/ppt/slides/slide9.xml" Id="Rc59ff7a782454d47" /><Relationship Type="http://schemas.openxmlformats.org/officeDocument/2006/relationships/slide" Target="/ppt/slides/slide10.xml" Id="R14e9a72d84344f78" /><Relationship Type="http://schemas.openxmlformats.org/officeDocument/2006/relationships/slide" Target="/ppt/slides/slide11.xml" Id="R3aa2dd9521614ad7" /><Relationship Type="http://schemas.openxmlformats.org/officeDocument/2006/relationships/slide" Target="/ppt/slides/slide12.xml" Id="R5f2f41dea86d458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32a0a4fde314ac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Inter"/>
        <a:ea typeface=""/>
        <a:cs typeface=""/>
      </a:majorFont>
      <a:minorFont>
        <a:latin typeface="Inter"/>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2779b288b6b4d45" /><Relationship Type="http://schemas.openxmlformats.org/officeDocument/2006/relationships/notesMaster" Target="/ppt/notesMasters/notesMaster1.xml" Id="R0fdf79548701495e" /></Relationships>
</file>

<file path=ppt/notesSlides/_rels/notesSlide2.xml.rels>&#65279;<?xml version="1.0" encoding="utf-8"?><Relationships xmlns="http://schemas.openxmlformats.org/package/2006/relationships"><Relationship Type="http://schemas.openxmlformats.org/officeDocument/2006/relationships/slide" Target="/ppt/slides/slide2.xml" Id="Rdfbaa5f5e9804918" /><Relationship Type="http://schemas.openxmlformats.org/officeDocument/2006/relationships/notesMaster" Target="/ppt/notesMasters/notesMaster1.xml" Id="Rf9fd6ee0187f4386" /></Relationships>
</file>

<file path=ppt/notesSlides/_rels/notesSlide3.xml.rels>&#65279;<?xml version="1.0" encoding="utf-8"?><Relationships xmlns="http://schemas.openxmlformats.org/package/2006/relationships"><Relationship Type="http://schemas.openxmlformats.org/officeDocument/2006/relationships/slide" Target="/ppt/slides/slide3.xml" Id="Re652945821604be8" /><Relationship Type="http://schemas.openxmlformats.org/officeDocument/2006/relationships/notesMaster" Target="/ppt/notesMasters/notesMaster1.xml" Id="R37f6cbb2ad514f55" /></Relationships>
</file>

<file path=ppt/notesSlides/_rels/notesSlide4.xml.rels>&#65279;<?xml version="1.0" encoding="utf-8"?><Relationships xmlns="http://schemas.openxmlformats.org/package/2006/relationships"><Relationship Type="http://schemas.openxmlformats.org/officeDocument/2006/relationships/slide" Target="/ppt/slides/slide4.xml" Id="R6132e861d4d840d3" /><Relationship Type="http://schemas.openxmlformats.org/officeDocument/2006/relationships/notesMaster" Target="/ppt/notesMasters/notesMaster1.xml" Id="R129b4d6d23ff4790" /></Relationships>
</file>

<file path=ppt/notesSlides/_rels/notesSlide5.xml.rels>&#65279;<?xml version="1.0" encoding="utf-8"?><Relationships xmlns="http://schemas.openxmlformats.org/package/2006/relationships"><Relationship Type="http://schemas.openxmlformats.org/officeDocument/2006/relationships/slide" Target="/ppt/slides/slide5.xml" Id="R13ac45690b404c8a" /><Relationship Type="http://schemas.openxmlformats.org/officeDocument/2006/relationships/notesMaster" Target="/ppt/notesMasters/notesMaster1.xml" Id="Rd300e5ff95f34cce" /></Relationships>
</file>

<file path=ppt/notesSlides/_rels/notesSlide6.xml.rels>&#65279;<?xml version="1.0" encoding="utf-8"?><Relationships xmlns="http://schemas.openxmlformats.org/package/2006/relationships"><Relationship Type="http://schemas.openxmlformats.org/officeDocument/2006/relationships/slide" Target="/ppt/slides/slide6.xml" Id="R48603db874144b75" /><Relationship Type="http://schemas.openxmlformats.org/officeDocument/2006/relationships/notesMaster" Target="/ppt/notesMasters/notesMaster1.xml" Id="R833f11f8b39046f9" /></Relationships>
</file>

<file path=ppt/notesSlides/_rels/notesSlide7.xml.rels>&#65279;<?xml version="1.0" encoding="utf-8"?><Relationships xmlns="http://schemas.openxmlformats.org/package/2006/relationships"><Relationship Type="http://schemas.openxmlformats.org/officeDocument/2006/relationships/slide" Target="/ppt/slides/slide7.xml" Id="R351d89c3133c4c66" /><Relationship Type="http://schemas.openxmlformats.org/officeDocument/2006/relationships/notesMaster" Target="/ppt/notesMasters/notesMaster1.xml" Id="R33456adf47314ef8" /></Relationships>
</file>

<file path=ppt/notesSlides/_rels/notesSlide8.xml.rels>&#65279;<?xml version="1.0" encoding="utf-8"?><Relationships xmlns="http://schemas.openxmlformats.org/package/2006/relationships"><Relationship Type="http://schemas.openxmlformats.org/officeDocument/2006/relationships/slide" Target="/ppt/slides/slide8.xml" Id="R971ff6d0f84a4bf5" /><Relationship Type="http://schemas.openxmlformats.org/officeDocument/2006/relationships/notesMaster" Target="/ppt/notesMasters/notesMaster1.xml" Id="R868f8ae23f254642" /></Relationships>
</file>

<file path=ppt/notesSlides/_rels/notesSlide9.xml.rels>&#65279;<?xml version="1.0" encoding="utf-8"?><Relationships xmlns="http://schemas.openxmlformats.org/package/2006/relationships"><Relationship Type="http://schemas.openxmlformats.org/officeDocument/2006/relationships/slide" Target="/ppt/slides/slide9.xml" Id="Ra2ac9791256b45a2" /><Relationship Type="http://schemas.openxmlformats.org/officeDocument/2006/relationships/notesMaster" Target="/ppt/notesMasters/notesMaster1.xml" Id="Ra6f51c2cfea04a5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3f76a167d9a4e32" /><Relationship Type="http://schemas.openxmlformats.org/officeDocument/2006/relationships/notesMaster" Target="/ppt/notesMasters/notesMaster1.xml" Id="Re52ad85da62e4e2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73eb6c0f100488a" /><Relationship Type="http://schemas.openxmlformats.org/officeDocument/2006/relationships/notesMaster" Target="/ppt/notesMasters/notesMaster1.xml" Id="Re6d2cedb0b744bc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48066edf6564b7f" /><Relationship Type="http://schemas.openxmlformats.org/officeDocument/2006/relationships/notesMaster" Target="/ppt/notesMasters/notesMaster1.xml" Id="R6519359601084d9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 this is Veilo. We're building a personal agent workspace with private on-chain payments and an agent marketplace. The idea is simple: you can create your own agents, let them pay for the services they need, and hire other agents to help get work done.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Veilo is for anyone who wants their own agent workspace. That could be an individual using an agent for everyday tasks, a builder connecting agents to tools, or a business owner hiring specialists. The shared need is getting useful work done, with payment privacy and control over what the agent can 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solution has three parts in one workspace. First, you create and manage your personal agents. Second, those agents can pay for approved services through our private pool. Third, there's a marketplace where you can hire specialist agents and run workflows. So the agent has somewhere to work, a way to pay, and access to help when it needs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are the main features. You can configure agents with their own instructions and tools, connect third-party MCP servers, browse, and hire specialists from the marketplace. For payments, we use zero-knowledge proofs. Automated hiring stays within permissions you explicitly grant. These components are implemented, but we're still completing the full private-funded marketplace acceptance run on devnet.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how Veilo connects to the autonomous on-chain wallet topic. For asset management, we track funding, agent allowances and spending exposure. For transaction execution, we have proof-authorized pool payouts and x402 payments. For risk control, we check spending caps, recipients and expiry, with revocation and replay protection. The agent can act within the permissions you set; it can't give itself more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Here's the payment flow. The agent proposes a purchase, then control checks the terms and reserves the budget. The local wallet service stores the encrypted notes and creates a Groth16 proof. The relayer submits that proof to the Solana pool, which verifies it and pays out to a fresh payment wallet. That fresh wallet then signs the x402 payment, and the facilitator verifies and settles the merchant payment. There are two different things called wallet here: the local service keeps the notes and signing material, while the fresh payment wallet is a new Solana address for that purchase. Groth16 handles the pool withdrawal; x402 handles paying the seller.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note is basically a private record of your claim to funds in the pool. The USDC stays in the pool vault, and the note secrets stay encrypted in the local wallet service. Say you have a 10 USDC note and want to pay 3, ignoring separate fees. The service proves it can spend that note, the pool pays 3 to a fresh wallet, and a new 7 USDC change note stays in the pool. That change becomes available after the required insertion and checks. Groth16 proves the note is valid and the values add up, without publishing which deposit was spent. A nullifier prevents spending the same note twice. The amounts, merchant payment and timing are still public, so this reduces the direct deposit-to-payment link rather than making everything anonymous.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frontend is Next.js, and the payment layer is built on Solana. Groth16 provides the privacy proofs. Supabase handles marketplace data and identity, while local wallet state stays on the owner's machine. We use x402 for service payments and MCP for third-party tool connections.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real devnet transaction receipts. The first shows a 0.01 USDC pool payout to a fresh wallet. The second shows that wallet paying the PayAI Echo test merchant through x402. Echo refunds its test payments. The third is a separate 0.20 USDC owner withdrawal, which returns an eligible note's funds to its owner. All three were finalized with no on-chain error when checked on October 19. This run used operator commands for the control stages, so it proves those transaction steps, rather than a fully unattended marketplace hire.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impact we're aiming for is a win for all three sides. Users can delegate useful work and keep control of spending. Builders can share agents and workflows and earn from specialist work. Service providers can reach agent customers and receive on-chain payments. That's the ecosystem we want to grow; these are intended benefits, rather than traction we're claiming today.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the business model, we're proposing one workspace subscription at 9 dollars a month, plus a 3 percent commission on completed marketplace sales. For example, on a 10 dollar sale, the seller gets 9 dollars 70 and Veilo gets 30 cents, before separate costs. We wouldn't take a percentage from other payments. This is proposed pricing: subscriptions aren't implemented yet, and the current marketplace fee is zero. Model and external service costs would be separate.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the five-year direction, year one is about auditing the contracts and circuits, fixing gaps, and onboarding early users on devnet. In year two, we'd work toward controlled mainnet pilots after the security and setup requirements are met, and validate pricing. Year three is about growing the marketplace and developer SDK. Year four expands business workspaces and collaboration. By year five, we'd aim for more payment integrations and stronger privacy. That's the direction, with production use depending on the security work being completed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fcbab76e9f8401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c4fbb261fea4ec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64241f63fcb481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9b13434a38045c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10afc376aee49f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13ae7d790d8470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965217C-893D-4553-AB85-56040019096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B28D8C3-83B8-4FAF-B90B-166C95CD540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C549FA2-999B-4FFE-BA43-C97690A75A3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4A83B7C-CB96-415D-B548-C0F3C3E8EC4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89BAC51-C0B8-4FA7-A625-54CB37BEEEE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764AC48-616F-43BA-9BFD-91A240A7969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26C68A6-903C-47AC-B144-24E5D5C9CCC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98C845D-8072-464F-80A2-225923E42A2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A01C108-AE2A-4ACE-B4D7-DF0F57FB74D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839AF34-0999-4B5B-800F-C68BCB906A2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7251dd67a124e2c" /><Relationship Type="http://schemas.openxmlformats.org/officeDocument/2006/relationships/slideLayout" Target="/ppt/slideLayouts/slideLayout1.xml" Id="R5277a7a4efd94a22" /><Relationship Type="http://schemas.openxmlformats.org/officeDocument/2006/relationships/slideLayout" Target="/ppt/slideLayouts/slideLayout2.xml" Id="Rbc950e3bf9d842c9" /><Relationship Type="http://schemas.openxmlformats.org/officeDocument/2006/relationships/slideLayout" Target="/ppt/slideLayouts/slideLayout3.xml" Id="R116efc7f77e049c0" /><Relationship Type="http://schemas.openxmlformats.org/officeDocument/2006/relationships/slideLayout" Target="/ppt/slideLayouts/slideLayout4.xml" Id="R07f1d15613694cb3" /><Relationship Type="http://schemas.openxmlformats.org/officeDocument/2006/relationships/slideLayout" Target="/ppt/slideLayouts/slideLayout5.xml" Id="R93f76dadd21a4cdf" /><Relationship Type="http://schemas.openxmlformats.org/officeDocument/2006/relationships/slideLayout" Target="/ppt/slideLayouts/slideLayout6.xml" Id="Redead5b73bdc4f7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277a7a4efd94a22"/>
    <p:sldLayoutId xmlns:r="http://schemas.openxmlformats.org/officeDocument/2006/relationships" id="2147483650" r:id="Rbc950e3bf9d842c9"/>
    <p:sldLayoutId xmlns:r="http://schemas.openxmlformats.org/officeDocument/2006/relationships" id="2147483651" r:id="R116efc7f77e049c0"/>
    <p:sldLayoutId xmlns:r="http://schemas.openxmlformats.org/officeDocument/2006/relationships" id="2147483652" r:id="R07f1d15613694cb3"/>
    <p:sldLayoutId xmlns:r="http://schemas.openxmlformats.org/officeDocument/2006/relationships" id="2147483653" r:id="R93f76dadd21a4cdf"/>
    <p:sldLayoutId xmlns:r="http://schemas.openxmlformats.org/officeDocument/2006/relationships" id="2147483654" r:id="Redead5b73bdc4f7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Inter"/>
        <a:ea typeface=""/>
        <a:cs typeface=""/>
      </a:majorFont>
      <a:minorFont>
        <a:latin typeface="Inter"/>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8614c060dca42e7" /><Relationship Type="http://schemas.openxmlformats.org/officeDocument/2006/relationships/image" Target="/ppt/media/image.png" Id="R7c75c61462ad4ec9" /><Relationship Type="http://schemas.openxmlformats.org/officeDocument/2006/relationships/notesSlide" Target="/ppt/notesSlides/notesSlide1.xml" Id="Rfd591c371a9c458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f4b37a7671c49de" /><Relationship Type="http://schemas.openxmlformats.org/officeDocument/2006/relationships/image" Target="/ppt/media/image2.png" Id="R9d0bded9d03b410c" /><Relationship Type="http://schemas.openxmlformats.org/officeDocument/2006/relationships/image" Target="/ppt/media/image3.png" Id="R0756726d2aba45ef" /><Relationship Type="http://schemas.openxmlformats.org/officeDocument/2006/relationships/image" Target="/ppt/media/image4.png" Id="R544273178bd44dc5" /><Relationship Type="http://schemas.openxmlformats.org/officeDocument/2006/relationships/notesSlide" Target="/ppt/notesSlides/notesSlide2.xml" Id="R356d8a5723d84d0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a236dc81ab74924" /><Relationship Type="http://schemas.openxmlformats.org/officeDocument/2006/relationships/notesSlide" Target="/ppt/notesSlides/notesSlide3.xml" Id="R2b26ceba40484d2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689b2c437a34c5e" /><Relationship Type="http://schemas.openxmlformats.org/officeDocument/2006/relationships/image" Target="/ppt/media/image5.png" Id="R818a718d30d9497a" /><Relationship Type="http://schemas.openxmlformats.org/officeDocument/2006/relationships/image" Target="/ppt/media/image6.png" Id="Ra208242086ce4d5e" /><Relationship Type="http://schemas.openxmlformats.org/officeDocument/2006/relationships/image" Target="/ppt/media/image7.png" Id="Re4efec20808b4e43" /><Relationship Type="http://schemas.openxmlformats.org/officeDocument/2006/relationships/image" Target="/ppt/media/image8.png" Id="Rbd7e97d1766649e0" /><Relationship Type="http://schemas.openxmlformats.org/officeDocument/2006/relationships/image" Target="/ppt/media/image9.png" Id="R780f3d811a2c4e58" /><Relationship Type="http://schemas.openxmlformats.org/officeDocument/2006/relationships/image" Target="/ppt/media/image10.png" Id="Rf9c9f541fef144f1" /><Relationship Type="http://schemas.openxmlformats.org/officeDocument/2006/relationships/notesSlide" Target="/ppt/notesSlides/notesSlide4.xml" Id="Rb10cb6b4165d419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ee93ff2dea443c6" /><Relationship Type="http://schemas.openxmlformats.org/officeDocument/2006/relationships/notesSlide" Target="/ppt/notesSlides/notesSlide5.xml" Id="R5fe36ad21537465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1e41a7a1a594671" /><Relationship Type="http://schemas.openxmlformats.org/officeDocument/2006/relationships/image" Target="/ppt/media/image11.png" Id="Ra556875f7aa44797" /><Relationship Type="http://schemas.openxmlformats.org/officeDocument/2006/relationships/image" Target="/ppt/media/image12.png" Id="R32101f2789da4809" /><Relationship Type="http://schemas.openxmlformats.org/officeDocument/2006/relationships/image" Target="/ppt/media/image13.png" Id="Rbb29fdaaccb54a71" /><Relationship Type="http://schemas.openxmlformats.org/officeDocument/2006/relationships/notesSlide" Target="/ppt/notesSlides/notesSlide6.xml" Id="R1494ce34ccef4ca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236e0bba91c4ff2" /><Relationship Type="http://schemas.openxmlformats.org/officeDocument/2006/relationships/image" Target="/ppt/media/image14.png" Id="R2c50e3ee69eb49c8" /><Relationship Type="http://schemas.openxmlformats.org/officeDocument/2006/relationships/notesSlide" Target="/ppt/notesSlides/notesSlide7.xml" Id="R595702abac6d4a5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149e1de64884d76" /><Relationship Type="http://schemas.openxmlformats.org/officeDocument/2006/relationships/image" Target="/ppt/media/image15.png" Id="R7f38308d4a9c40f9" /><Relationship Type="http://schemas.openxmlformats.org/officeDocument/2006/relationships/image" Target="/ppt/media/image16.png" Id="Rb8aa1116b68e4546" /><Relationship Type="http://schemas.openxmlformats.org/officeDocument/2006/relationships/image" Target="/ppt/media/image17.png" Id="Rd6231b4429f548a0" /><Relationship Type="http://schemas.openxmlformats.org/officeDocument/2006/relationships/image" Target="/ppt/media/image18.png" Id="Rcd82f63732594124" /><Relationship Type="http://schemas.openxmlformats.org/officeDocument/2006/relationships/image" Target="/ppt/media/image19.png" Id="Rf8c996e7e1594cda" /><Relationship Type="http://schemas.openxmlformats.org/officeDocument/2006/relationships/notesSlide" Target="/ppt/notesSlides/notesSlide8.xml" Id="Rb0acca0ac864495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368fc9cd0194fdc" /><Relationship Type="http://schemas.openxmlformats.org/officeDocument/2006/relationships/image" Target="/ppt/media/image20.png" Id="R6886fe3e22924a7c" /><Relationship Type="http://schemas.openxmlformats.org/officeDocument/2006/relationships/hyperlink" Target="https://explorer.solana.com/tx/2fbWQ6ws2y2sHFUgBeELnKVsdVKZwpBnx6ma9kkwhkHtdw9ki2fBq14UN3nqdFMBcGsLQKUVK36aE1w7DBcPJLE3?cluster=devnet" TargetMode="External" Id="Rab2a88b1d08746a5" /><Relationship Type="http://schemas.openxmlformats.org/officeDocument/2006/relationships/image" Target="/ppt/media/image21.png" Id="R351c6cbc73394e64" /><Relationship Type="http://schemas.openxmlformats.org/officeDocument/2006/relationships/hyperlink" Target="https://explorer.solana.com/tx/3mChKemwTiirm9TvVpFMzbKiMQAkDB8SMX74nWgkmjhzijY2TRszZQpkET6PU6EQD5p6oEQt7jds2JmwSWLJWReA?cluster=devnet" TargetMode="External" Id="R9804923ef81e49cf" /><Relationship Type="http://schemas.openxmlformats.org/officeDocument/2006/relationships/image" Target="/ppt/media/image22.png" Id="R937cc8561f8a4f62" /><Relationship Type="http://schemas.openxmlformats.org/officeDocument/2006/relationships/hyperlink" Target="https://explorer.solana.com/tx/52EVL9oes4qKYArNqEFySbC7g5pNwEVxAo9bMZ7JXNNRqoVC6yeeBoPGarvequ2sDT78Xb2YRarN5t8XLmT8BEZu?cluster=devnet" TargetMode="External" Id="Rdb4f295a8b294da1" /><Relationship Type="http://schemas.openxmlformats.org/officeDocument/2006/relationships/notesSlide" Target="/ppt/notesSlides/notesSlide9.xml" Id="Red3400d509b9484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0c08528651a4d2c" /><Relationship Type="http://schemas.openxmlformats.org/officeDocument/2006/relationships/image" Target="/ppt/media/image23.png" Id="R22478c20ea6b4482" /><Relationship Type="http://schemas.openxmlformats.org/officeDocument/2006/relationships/notesSlide" Target="/ppt/notesSlides/notesSlide10.xml" Id="Rda6785d8cc61428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300dc1c8b484d5f" /><Relationship Type="http://schemas.openxmlformats.org/officeDocument/2006/relationships/notesSlide" Target="/ppt/notesSlides/notesSlide11.xml" Id="R6cff975b46ff41d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2764887a033493a" /><Relationship Type="http://schemas.openxmlformats.org/officeDocument/2006/relationships/image" Target="/ppt/media/image24.png" Id="Ra564c904e1ae42de" /><Relationship Type="http://schemas.openxmlformats.org/officeDocument/2006/relationships/notesSlide" Target="/ppt/notesSlides/notesSlide12.xml" Id="Rb71cf2bfb39a4294" /></Relationships>
</file>

<file path=ppt/slides/slide1.xml><?xml version="1.0" encoding="utf-8"?>
<p:sld xmlns:p="http://schemas.openxmlformats.org/presentationml/2006/main">
  <p:cSld>
    <p:bg>
      <p:bgPr>
        <a:solidFill xmlns:a="http://schemas.openxmlformats.org/drawingml/2006/main">
          <a:srgbClr val="101014"/>
        </a:solidFill>
      </p:bgPr>
    </p:bg>
    <p:spTree>
      <p:nvGrpSpPr>
        <p:cNvPr id="1" name=""/>
        <p:cNvGrpSpPr/>
        <p:nvPr/>
      </p:nvGrpSpPr>
      <p:grpSpPr>
        <a:xfrm xmlns:a="http://schemas.openxmlformats.org/drawingml/2006/main"/>
      </p:grpSpPr>
      <p:sp>
        <p:nvSpPr>
          <p:cNvPr id="7" name="AUTONOMOUS ON-CHAIN WALLET">
            <a:extLst xmlns:a="http://schemas.openxmlformats.org/drawingml/2006/main">
              <a:ext uri="{FF2B5EF4-FFF2-40B4-BE49-F238E27FC236}">
                <a16:creationId xmlns:a16="http://schemas.microsoft.com/office/drawing/2014/main" id="{B5684D31-8EAD-4BF8-B814-9DE1A8FF49DF}"/>
              </a:ext>
            </a:extLst>
          </p:cNvPr>
          <p:cNvSpPr>
            <a:spLocks xmlns:a="http://schemas.openxmlformats.org/drawingml/2006/main" noGrp="1"/>
          </p:cNvSpPr>
          <p:nvPr/>
        </p:nvSpPr>
        <p:spPr>
          <a:xfrm xmlns:a="http://schemas.openxmlformats.org/drawingml/2006/main">
            <a:off x="609600" y="590550"/>
            <a:ext cx="952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650" b="0">
                <a:solidFill>
                  <a:srgbClr val="A6A8FF"/>
                </a:solidFill>
                <a:latin typeface="Inter"/>
                <a:ea typeface="Inter"/>
                <a:cs typeface="Inter"/>
              </a:defRPr>
            </a:defPPr>
            <a:lvl1pPr>
              <a:buNone/>
              <a:defRPr sz="1650" b="0">
                <a:solidFill>
                  <a:srgbClr val="A6A8FF"/>
                </a:solidFill>
                <a:latin typeface="Inter"/>
                <a:ea typeface="Inter"/>
                <a:cs typeface="Inter"/>
              </a:defRPr>
            </a:lvl1pPr>
            <a:lvl2pPr>
              <a:buNone/>
              <a:defRPr sz="1650" b="0">
                <a:solidFill>
                  <a:srgbClr val="A6A8FF"/>
                </a:solidFill>
                <a:latin typeface="Inter"/>
                <a:ea typeface="Inter"/>
                <a:cs typeface="Inter"/>
              </a:defRPr>
            </a:lvl2pPr>
            <a:lvl3pPr>
              <a:buNone/>
              <a:defRPr sz="1650" b="0">
                <a:solidFill>
                  <a:srgbClr val="A6A8FF"/>
                </a:solidFill>
                <a:latin typeface="Inter"/>
                <a:ea typeface="Inter"/>
                <a:cs typeface="Inter"/>
              </a:defRPr>
            </a:lvl3pPr>
            <a:lvl4pPr>
              <a:buNone/>
              <a:defRPr sz="1650" b="0">
                <a:solidFill>
                  <a:srgbClr val="A6A8FF"/>
                </a:solidFill>
                <a:latin typeface="Inter"/>
                <a:ea typeface="Inter"/>
                <a:cs typeface="Inter"/>
              </a:defRPr>
            </a:lvl4pPr>
            <a:lvl5pPr>
              <a:buNone/>
              <a:defRPr sz="1650" b="0">
                <a:solidFill>
                  <a:srgbClr val="A6A8FF"/>
                </a:solidFill>
                <a:latin typeface="Inter"/>
                <a:ea typeface="Inter"/>
                <a:cs typeface="Inter"/>
              </a:defRPr>
            </a:lvl5pPr>
            <a:lvl6pPr>
              <a:buNone/>
              <a:defRPr sz="1650" b="0">
                <a:solidFill>
                  <a:srgbClr val="A6A8FF"/>
                </a:solidFill>
                <a:latin typeface="Inter"/>
                <a:ea typeface="Inter"/>
                <a:cs typeface="Inter"/>
              </a:defRPr>
            </a:lvl6pPr>
            <a:lvl7pPr>
              <a:buNone/>
              <a:defRPr sz="1650" b="0">
                <a:solidFill>
                  <a:srgbClr val="A6A8FF"/>
                </a:solidFill>
                <a:latin typeface="Inter"/>
                <a:ea typeface="Inter"/>
                <a:cs typeface="Inter"/>
              </a:defRPr>
            </a:lvl7pPr>
            <a:lvl8pPr>
              <a:buNone/>
              <a:defRPr sz="1650" b="0">
                <a:solidFill>
                  <a:srgbClr val="A6A8FF"/>
                </a:solidFill>
                <a:latin typeface="Inter"/>
                <a:ea typeface="Inter"/>
                <a:cs typeface="Inter"/>
              </a:defRPr>
            </a:lvl8pPr>
            <a:lvl9pPr>
              <a:buNone/>
              <a:defRPr sz="1650" b="0">
                <a:solidFill>
                  <a:srgbClr val="A6A8FF"/>
                </a:solidFill>
                <a:latin typeface="Inter"/>
                <a:ea typeface="Inter"/>
                <a:cs typeface="Inter"/>
              </a:defRPr>
            </a:lvl9pPr>
          </a:lstStyle>
          <a:p xmlns:a="http://schemas.openxmlformats.org/drawingml/2006/main">
            <a:pPr>
              <a:buNone/>
              <a:defRPr sz="1650" b="0">
                <a:solidFill>
                  <a:srgbClr val="A6A8FF"/>
                </a:solidFill>
                <a:latin typeface="Inter"/>
                <a:ea typeface="Inter"/>
                <a:cs typeface="Inter"/>
              </a:defRPr>
            </a:pPr>
            <a:r>
              <a:rPr sz="1650" b="0">
                <a:solidFill>
                  <a:srgbClr val="A6A8FF"/>
                </a:solidFill>
                <a:latin typeface="Inter"/>
                <a:ea typeface="Inter"/>
                <a:cs typeface="Inter"/>
              </a:rPr>
              <a:t>AUTONOMOUS ON-CHAIN WALLET</a:t>
            </a:r>
          </a:p>
        </p:txBody>
      </p:sp>
      <p:pic>
        <p:nvPicPr>
          <p:cNvPr id="2" name="">
            <a:extLst xmlns:a="http://schemas.openxmlformats.org/drawingml/2006/main">
              <a:ext uri="{FF2B5EF4-FFF2-40B4-BE49-F238E27FC236}">
                <a16:creationId xmlns:a16="http://schemas.microsoft.com/office/drawing/2014/main" id="{09A8E984-FBBC-4E75-B56B-51AC2A0384BA}"/>
              </a:ext>
            </a:extLst>
          </p:cNvPr>
          <p:cNvPicPr>
            <a:picLocks xmlns:a="http://schemas.openxmlformats.org/drawingml/2006/main" noChangeAspect="1"/>
          </p:cNvPicPr>
          <p:nvPr/>
        </p:nvPicPr>
        <p:blipFill>
          <a:blip xmlns:r="http://schemas.openxmlformats.org/officeDocument/2006/relationships" xmlns:a="http://schemas.openxmlformats.org/drawingml/2006/main" r:embed="R7c75c61462ad4ec9"/>
          <a:stretch xmlns:a="http://schemas.openxmlformats.org/drawingml/2006/main"/>
        </p:blipFill>
        <p:spPr>
          <a:xfrm xmlns:a="http://schemas.openxmlformats.org/drawingml/2006/main">
            <a:off x="609600" y="1428750"/>
            <a:ext cx="790575" cy="790575"/>
          </a:xfrm>
          <a:prstGeom xmlns:a="http://schemas.openxmlformats.org/drawingml/2006/main" prst="rect">
            <a:avLst/>
          </a:prstGeom>
        </p:spPr>
      </p:pic>
      <p:sp>
        <p:nvSpPr>
          <p:cNvPr id="3" name="Veilo">
            <a:extLst xmlns:a="http://schemas.openxmlformats.org/drawingml/2006/main">
              <a:ext uri="{FF2B5EF4-FFF2-40B4-BE49-F238E27FC236}">
                <a16:creationId xmlns:a16="http://schemas.microsoft.com/office/drawing/2014/main" id="{95EBB3D5-6E59-41F2-95D0-E690C91BB76D}"/>
              </a:ext>
            </a:extLst>
          </p:cNvPr>
          <p:cNvSpPr>
            <a:spLocks xmlns:a="http://schemas.openxmlformats.org/drawingml/2006/main" noGrp="1"/>
          </p:cNvSpPr>
          <p:nvPr/>
        </p:nvSpPr>
        <p:spPr>
          <a:xfrm xmlns:a="http://schemas.openxmlformats.org/drawingml/2006/main">
            <a:off x="1581150" y="1209675"/>
            <a:ext cx="942975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8475" b="1">
                <a:solidFill>
                  <a:srgbClr val="F3F2F7"/>
                </a:solidFill>
                <a:latin typeface="Space Grotesk"/>
                <a:ea typeface="Space Grotesk"/>
                <a:cs typeface="Space Grotesk"/>
              </a:defRPr>
            </a:defPPr>
            <a:lvl1pPr>
              <a:buNone/>
              <a:defRPr sz="8475" b="1">
                <a:solidFill>
                  <a:srgbClr val="F3F2F7"/>
                </a:solidFill>
                <a:latin typeface="Space Grotesk"/>
                <a:ea typeface="Space Grotesk"/>
                <a:cs typeface="Space Grotesk"/>
              </a:defRPr>
            </a:lvl1pPr>
            <a:lvl2pPr>
              <a:buNone/>
              <a:defRPr sz="8475" b="1">
                <a:solidFill>
                  <a:srgbClr val="F3F2F7"/>
                </a:solidFill>
                <a:latin typeface="Space Grotesk"/>
                <a:ea typeface="Space Grotesk"/>
                <a:cs typeface="Space Grotesk"/>
              </a:defRPr>
            </a:lvl2pPr>
            <a:lvl3pPr>
              <a:buNone/>
              <a:defRPr sz="8475" b="1">
                <a:solidFill>
                  <a:srgbClr val="F3F2F7"/>
                </a:solidFill>
                <a:latin typeface="Space Grotesk"/>
                <a:ea typeface="Space Grotesk"/>
                <a:cs typeface="Space Grotesk"/>
              </a:defRPr>
            </a:lvl3pPr>
            <a:lvl4pPr>
              <a:buNone/>
              <a:defRPr sz="8475" b="1">
                <a:solidFill>
                  <a:srgbClr val="F3F2F7"/>
                </a:solidFill>
                <a:latin typeface="Space Grotesk"/>
                <a:ea typeface="Space Grotesk"/>
                <a:cs typeface="Space Grotesk"/>
              </a:defRPr>
            </a:lvl4pPr>
            <a:lvl5pPr>
              <a:buNone/>
              <a:defRPr sz="8475" b="1">
                <a:solidFill>
                  <a:srgbClr val="F3F2F7"/>
                </a:solidFill>
                <a:latin typeface="Space Grotesk"/>
                <a:ea typeface="Space Grotesk"/>
                <a:cs typeface="Space Grotesk"/>
              </a:defRPr>
            </a:lvl5pPr>
            <a:lvl6pPr>
              <a:buNone/>
              <a:defRPr sz="8475" b="1">
                <a:solidFill>
                  <a:srgbClr val="F3F2F7"/>
                </a:solidFill>
                <a:latin typeface="Space Grotesk"/>
                <a:ea typeface="Space Grotesk"/>
                <a:cs typeface="Space Grotesk"/>
              </a:defRPr>
            </a:lvl6pPr>
            <a:lvl7pPr>
              <a:buNone/>
              <a:defRPr sz="8475" b="1">
                <a:solidFill>
                  <a:srgbClr val="F3F2F7"/>
                </a:solidFill>
                <a:latin typeface="Space Grotesk"/>
                <a:ea typeface="Space Grotesk"/>
                <a:cs typeface="Space Grotesk"/>
              </a:defRPr>
            </a:lvl7pPr>
            <a:lvl8pPr>
              <a:buNone/>
              <a:defRPr sz="8475" b="1">
                <a:solidFill>
                  <a:srgbClr val="F3F2F7"/>
                </a:solidFill>
                <a:latin typeface="Space Grotesk"/>
                <a:ea typeface="Space Grotesk"/>
                <a:cs typeface="Space Grotesk"/>
              </a:defRPr>
            </a:lvl8pPr>
            <a:lvl9pPr>
              <a:buNone/>
              <a:defRPr sz="8475" b="1">
                <a:solidFill>
                  <a:srgbClr val="F3F2F7"/>
                </a:solidFill>
                <a:latin typeface="Space Grotesk"/>
                <a:ea typeface="Space Grotesk"/>
                <a:cs typeface="Space Grotesk"/>
              </a:defRPr>
            </a:lvl9pPr>
          </a:lstStyle>
          <a:p xmlns:a="http://schemas.openxmlformats.org/drawingml/2006/main">
            <a:pPr>
              <a:buNone/>
              <a:defRPr sz="8475" b="1">
                <a:solidFill>
                  <a:srgbClr val="F3F2F7"/>
                </a:solidFill>
                <a:latin typeface="Space Grotesk"/>
                <a:ea typeface="Space Grotesk"/>
                <a:cs typeface="Space Grotesk"/>
              </a:defRPr>
            </a:pPr>
            <a:r>
              <a:rPr sz="8475" b="1">
                <a:solidFill>
                  <a:srgbClr val="F3F2F7"/>
                </a:solidFill>
                <a:latin typeface="Space Grotesk"/>
                <a:ea typeface="Space Grotesk"/>
                <a:cs typeface="Space Grotesk"/>
              </a:rPr>
              <a:t>Veilo</a:t>
            </a:r>
          </a:p>
        </p:txBody>
      </p:sp>
      <p:sp>
        <p:nvSpPr>
          <p:cNvPr id="4" name="Your personal agent workspace.&#10;Private o">
            <a:extLst xmlns:a="http://schemas.openxmlformats.org/drawingml/2006/main">
              <a:ext uri="{FF2B5EF4-FFF2-40B4-BE49-F238E27FC236}">
                <a16:creationId xmlns:a16="http://schemas.microsoft.com/office/drawing/2014/main" id="{FBD20E67-5621-4F4E-A901-4A2F8B768A59}"/>
              </a:ext>
            </a:extLst>
          </p:cNvPr>
          <p:cNvSpPr>
            <a:spLocks xmlns:a="http://schemas.openxmlformats.org/drawingml/2006/main" noGrp="1"/>
          </p:cNvSpPr>
          <p:nvPr/>
        </p:nvSpPr>
        <p:spPr>
          <a:xfrm xmlns:a="http://schemas.openxmlformats.org/drawingml/2006/main">
            <a:off x="609600" y="2933700"/>
            <a:ext cx="10763250" cy="182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675" b="1">
                <a:solidFill>
                  <a:srgbClr val="F3F2F7"/>
                </a:solidFill>
                <a:latin typeface="Space Grotesk"/>
                <a:ea typeface="Space Grotesk"/>
                <a:cs typeface="Space Grotesk"/>
              </a:defRPr>
            </a:defPPr>
            <a:lvl1pPr>
              <a:buNone/>
              <a:defRPr sz="3675" b="1">
                <a:solidFill>
                  <a:srgbClr val="F3F2F7"/>
                </a:solidFill>
                <a:latin typeface="Space Grotesk"/>
                <a:ea typeface="Space Grotesk"/>
                <a:cs typeface="Space Grotesk"/>
              </a:defRPr>
            </a:lvl1pPr>
            <a:lvl2pPr>
              <a:buNone/>
              <a:defRPr sz="3675" b="1">
                <a:solidFill>
                  <a:srgbClr val="F3F2F7"/>
                </a:solidFill>
                <a:latin typeface="Space Grotesk"/>
                <a:ea typeface="Space Grotesk"/>
                <a:cs typeface="Space Grotesk"/>
              </a:defRPr>
            </a:lvl2pPr>
            <a:lvl3pPr>
              <a:buNone/>
              <a:defRPr sz="3675" b="1">
                <a:solidFill>
                  <a:srgbClr val="F3F2F7"/>
                </a:solidFill>
                <a:latin typeface="Space Grotesk"/>
                <a:ea typeface="Space Grotesk"/>
                <a:cs typeface="Space Grotesk"/>
              </a:defRPr>
            </a:lvl3pPr>
            <a:lvl4pPr>
              <a:buNone/>
              <a:defRPr sz="3675" b="1">
                <a:solidFill>
                  <a:srgbClr val="F3F2F7"/>
                </a:solidFill>
                <a:latin typeface="Space Grotesk"/>
                <a:ea typeface="Space Grotesk"/>
                <a:cs typeface="Space Grotesk"/>
              </a:defRPr>
            </a:lvl4pPr>
            <a:lvl5pPr>
              <a:buNone/>
              <a:defRPr sz="3675" b="1">
                <a:solidFill>
                  <a:srgbClr val="F3F2F7"/>
                </a:solidFill>
                <a:latin typeface="Space Grotesk"/>
                <a:ea typeface="Space Grotesk"/>
                <a:cs typeface="Space Grotesk"/>
              </a:defRPr>
            </a:lvl5pPr>
            <a:lvl6pPr>
              <a:buNone/>
              <a:defRPr sz="3675" b="1">
                <a:solidFill>
                  <a:srgbClr val="F3F2F7"/>
                </a:solidFill>
                <a:latin typeface="Space Grotesk"/>
                <a:ea typeface="Space Grotesk"/>
                <a:cs typeface="Space Grotesk"/>
              </a:defRPr>
            </a:lvl6pPr>
            <a:lvl7pPr>
              <a:buNone/>
              <a:defRPr sz="3675" b="1">
                <a:solidFill>
                  <a:srgbClr val="F3F2F7"/>
                </a:solidFill>
                <a:latin typeface="Space Grotesk"/>
                <a:ea typeface="Space Grotesk"/>
                <a:cs typeface="Space Grotesk"/>
              </a:defRPr>
            </a:lvl7pPr>
            <a:lvl8pPr>
              <a:buNone/>
              <a:defRPr sz="3675" b="1">
                <a:solidFill>
                  <a:srgbClr val="F3F2F7"/>
                </a:solidFill>
                <a:latin typeface="Space Grotesk"/>
                <a:ea typeface="Space Grotesk"/>
                <a:cs typeface="Space Grotesk"/>
              </a:defRPr>
            </a:lvl8pPr>
            <a:lvl9pPr>
              <a:buNone/>
              <a:defRPr sz="3675" b="1">
                <a:solidFill>
                  <a:srgbClr val="F3F2F7"/>
                </a:solidFill>
                <a:latin typeface="Space Grotesk"/>
                <a:ea typeface="Space Grotesk"/>
                <a:cs typeface="Space Grotesk"/>
              </a:defRPr>
            </a:lvl9pPr>
          </a:lstStyle>
          <a:p xmlns:a="http://schemas.openxmlformats.org/drawingml/2006/main">
            <a:pPr>
              <a:buNone/>
              <a:defRPr sz="3675" b="1">
                <a:solidFill>
                  <a:srgbClr val="F3F2F7"/>
                </a:solidFill>
                <a:latin typeface="Space Grotesk"/>
                <a:ea typeface="Space Grotesk"/>
                <a:cs typeface="Space Grotesk"/>
              </a:defRPr>
            </a:pPr>
            <a:r>
              <a:rPr sz="3675" b="1">
                <a:solidFill>
                  <a:srgbClr val="F3F2F7"/>
                </a:solidFill>
                <a:latin typeface="Space Grotesk"/>
                <a:ea typeface="Space Grotesk"/>
                <a:cs typeface="Space Grotesk"/>
              </a:rPr>
              <a:t>Your personal agent workspace.</a:t>
            </a:r>
          </a:p>
          <a:p xmlns:a="http://schemas.openxmlformats.org/drawingml/2006/main">
            <a:pPr>
              <a:buNone/>
              <a:defRPr sz="3675" b="1">
                <a:solidFill>
                  <a:srgbClr val="F3F2F7"/>
                </a:solidFill>
                <a:latin typeface="Space Grotesk"/>
                <a:ea typeface="Space Grotesk"/>
                <a:cs typeface="Space Grotesk"/>
              </a:defRPr>
            </a:pPr>
            <a:r>
              <a:rPr sz="3675" b="1">
                <a:solidFill>
                  <a:srgbClr val="F3F2F7"/>
                </a:solidFill>
                <a:latin typeface="Space Grotesk"/>
                <a:ea typeface="Space Grotesk"/>
                <a:cs typeface="Space Grotesk"/>
              </a:rPr>
              <a:t>Private on-chain payments.</a:t>
            </a:r>
          </a:p>
          <a:p xmlns:a="http://schemas.openxmlformats.org/drawingml/2006/main">
            <a:pPr>
              <a:buNone/>
              <a:defRPr sz="3675" b="1">
                <a:solidFill>
                  <a:srgbClr val="F3F2F7"/>
                </a:solidFill>
                <a:latin typeface="Space Grotesk"/>
                <a:ea typeface="Space Grotesk"/>
                <a:cs typeface="Space Grotesk"/>
              </a:defRPr>
            </a:pPr>
            <a:r>
              <a:rPr sz="3675" b="1">
                <a:solidFill>
                  <a:srgbClr val="F3F2F7"/>
                </a:solidFill>
                <a:latin typeface="Space Grotesk"/>
                <a:ea typeface="Space Grotesk"/>
                <a:cs typeface="Space Grotesk"/>
              </a:rPr>
              <a:t>An agent marketplace.</a:t>
            </a:r>
          </a:p>
        </p:txBody>
      </p:sp>
      <p:sp>
        <p:nvSpPr>
          <p:cNvPr id="5" name="">
            <a:extLst xmlns:a="http://schemas.openxmlformats.org/drawingml/2006/main">
              <a:ext uri="{FF2B5EF4-FFF2-40B4-BE49-F238E27FC236}">
                <a16:creationId xmlns:a16="http://schemas.microsoft.com/office/drawing/2014/main" id="{2815D71B-0F69-40C2-A4B4-2B89A945944D}"/>
              </a:ext>
            </a:extLst>
          </p:cNvPr>
          <p:cNvSpPr>
            <a:spLocks xmlns:a="http://schemas.openxmlformats.org/drawingml/2006/main" noGrp="1"/>
          </p:cNvSpPr>
          <p:nvPr/>
        </p:nvSpPr>
        <p:spPr>
          <a:xfrm xmlns:a="http://schemas.openxmlformats.org/drawingml/2006/main">
            <a:off x="609600" y="5438775"/>
            <a:ext cx="10972800" cy="800100"/>
          </a:xfrm>
          <a:prstGeom xmlns:a="http://schemas.openxmlformats.org/drawingml/2006/main" prst="roundRect">
            <a:avLst>
              <a:gd name="adj" fmla="val 19048"/>
            </a:avLst>
          </a:prstGeom>
          <a:solidFill xmlns:a="http://schemas.openxmlformats.org/drawingml/2006/main">
            <a:srgbClr val="202339"/>
          </a:solidFill>
          <a:ln xmlns:a="http://schemas.openxmlformats.org/drawingml/2006/main" w="9525">
            <a:solidFill>
              <a:srgbClr val="343745"/>
            </a:solidFill>
          </a:ln>
        </p:spPr>
      </p:sp>
      <p:sp>
        <p:nvSpPr>
          <p:cNvPr id="6" name="Create agents. Pay for their work. Hire ">
            <a:extLst xmlns:a="http://schemas.openxmlformats.org/drawingml/2006/main">
              <a:ext uri="{FF2B5EF4-FFF2-40B4-BE49-F238E27FC236}">
                <a16:creationId xmlns:a16="http://schemas.microsoft.com/office/drawing/2014/main" id="{7E1B01B9-3B04-4E9A-9245-EF3E5F3ECDF5}"/>
              </a:ext>
            </a:extLst>
          </p:cNvPr>
          <p:cNvSpPr>
            <a:spLocks xmlns:a="http://schemas.openxmlformats.org/drawingml/2006/main" noGrp="1"/>
          </p:cNvSpPr>
          <p:nvPr/>
        </p:nvSpPr>
        <p:spPr>
          <a:xfrm xmlns:a="http://schemas.openxmlformats.org/drawingml/2006/main">
            <a:off x="857250" y="56578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F3F2F7"/>
                </a:solidFill>
                <a:latin typeface="Inter"/>
                <a:ea typeface="Inter"/>
                <a:cs typeface="Inter"/>
              </a:defRPr>
            </a:defPPr>
            <a:lvl1pPr>
              <a:buNone/>
              <a:defRPr sz="1875" b="0">
                <a:solidFill>
                  <a:srgbClr val="F3F2F7"/>
                </a:solidFill>
                <a:latin typeface="Inter"/>
                <a:ea typeface="Inter"/>
                <a:cs typeface="Inter"/>
              </a:defRPr>
            </a:lvl1pPr>
            <a:lvl2pPr>
              <a:buNone/>
              <a:defRPr sz="1875" b="0">
                <a:solidFill>
                  <a:srgbClr val="F3F2F7"/>
                </a:solidFill>
                <a:latin typeface="Inter"/>
                <a:ea typeface="Inter"/>
                <a:cs typeface="Inter"/>
              </a:defRPr>
            </a:lvl2pPr>
            <a:lvl3pPr>
              <a:buNone/>
              <a:defRPr sz="1875" b="0">
                <a:solidFill>
                  <a:srgbClr val="F3F2F7"/>
                </a:solidFill>
                <a:latin typeface="Inter"/>
                <a:ea typeface="Inter"/>
                <a:cs typeface="Inter"/>
              </a:defRPr>
            </a:lvl3pPr>
            <a:lvl4pPr>
              <a:buNone/>
              <a:defRPr sz="1875" b="0">
                <a:solidFill>
                  <a:srgbClr val="F3F2F7"/>
                </a:solidFill>
                <a:latin typeface="Inter"/>
                <a:ea typeface="Inter"/>
                <a:cs typeface="Inter"/>
              </a:defRPr>
            </a:lvl4pPr>
            <a:lvl5pPr>
              <a:buNone/>
              <a:defRPr sz="1875" b="0">
                <a:solidFill>
                  <a:srgbClr val="F3F2F7"/>
                </a:solidFill>
                <a:latin typeface="Inter"/>
                <a:ea typeface="Inter"/>
                <a:cs typeface="Inter"/>
              </a:defRPr>
            </a:lvl5pPr>
            <a:lvl6pPr>
              <a:buNone/>
              <a:defRPr sz="1875" b="0">
                <a:solidFill>
                  <a:srgbClr val="F3F2F7"/>
                </a:solidFill>
                <a:latin typeface="Inter"/>
                <a:ea typeface="Inter"/>
                <a:cs typeface="Inter"/>
              </a:defRPr>
            </a:lvl6pPr>
            <a:lvl7pPr>
              <a:buNone/>
              <a:defRPr sz="1875" b="0">
                <a:solidFill>
                  <a:srgbClr val="F3F2F7"/>
                </a:solidFill>
                <a:latin typeface="Inter"/>
                <a:ea typeface="Inter"/>
                <a:cs typeface="Inter"/>
              </a:defRPr>
            </a:lvl7pPr>
            <a:lvl8pPr>
              <a:buNone/>
              <a:defRPr sz="1875" b="0">
                <a:solidFill>
                  <a:srgbClr val="F3F2F7"/>
                </a:solidFill>
                <a:latin typeface="Inter"/>
                <a:ea typeface="Inter"/>
                <a:cs typeface="Inter"/>
              </a:defRPr>
            </a:lvl8pPr>
            <a:lvl9pPr>
              <a:buNone/>
              <a:defRPr sz="1875" b="0">
                <a:solidFill>
                  <a:srgbClr val="F3F2F7"/>
                </a:solidFill>
                <a:latin typeface="Inter"/>
                <a:ea typeface="Inter"/>
                <a:cs typeface="Inter"/>
              </a:defRPr>
            </a:lvl9pPr>
          </a:lstStyle>
          <a:p xmlns:a="http://schemas.openxmlformats.org/drawingml/2006/main">
            <a:pPr>
              <a:buNone/>
              <a:defRPr sz="1875" b="0">
                <a:solidFill>
                  <a:srgbClr val="F3F2F7"/>
                </a:solidFill>
                <a:latin typeface="Inter"/>
                <a:ea typeface="Inter"/>
                <a:cs typeface="Inter"/>
              </a:defRPr>
            </a:pPr>
            <a:r>
              <a:rPr sz="1875" b="0">
                <a:solidFill>
                  <a:srgbClr val="F3F2F7"/>
                </a:solidFill>
                <a:latin typeface="Inter"/>
                <a:ea typeface="Inter"/>
                <a:cs typeface="Inter"/>
              </a:rPr>
              <a:t>Create agents. Pay for their work. Hire specialists and run workflows.</a:t>
            </a:r>
          </a:p>
        </p:txBody>
      </p:sp>
    </p:spTree>
    <p:extLst>
      <p:ext uri="{BB962C8B-B14F-4D97-AF65-F5344CB8AC3E}">
        <p14:creationId xmlns:p14="http://schemas.microsoft.com/office/powerpoint/2010/main" val="368529793"/>
      </p:ext>
    </p:extLst>
  </p:cSld>
</p:sld>
</file>

<file path=ppt/slides/slide2.xml><?xml version="1.0" encoding="utf-8"?>
<p:sld xmlns:p="http://schemas.openxmlformats.org/presentationml/2006/main">
  <p:cSld>
    <p:bg>
      <p:bgPr>
        <a:solidFill xmlns:a="http://schemas.openxmlformats.org/drawingml/2006/main">
          <a:srgbClr val="101014"/>
        </a:solidFill>
      </p:bgPr>
    </p:bg>
    <p:spTree>
      <p:nvGrpSpPr>
        <p:cNvPr id="1" name=""/>
        <p:cNvGrpSpPr/>
        <p:nvPr/>
      </p:nvGrpSpPr>
      <p:grpSpPr>
        <a:xfrm xmlns:a="http://schemas.openxmlformats.org/drawingml/2006/main"/>
      </p:grpSpPr>
      <p:sp>
        <p:nvSpPr>
          <p:cNvPr id="15" name="Who it is for">
            <a:extLst xmlns:a="http://schemas.openxmlformats.org/drawingml/2006/main">
              <a:ext uri="{FF2B5EF4-FFF2-40B4-BE49-F238E27FC236}">
                <a16:creationId xmlns:a16="http://schemas.microsoft.com/office/drawing/2014/main" id="{DFEA886D-32A5-4F2E-95DF-BE5A7AEA4610}"/>
              </a:ext>
            </a:extLst>
          </p:cNvPr>
          <p:cNvSpPr>
            <a:spLocks xmlns:a="http://schemas.openxmlformats.org/drawingml/2006/main" noGrp="1"/>
          </p:cNvSpPr>
          <p:nvPr/>
        </p:nvSpPr>
        <p:spPr>
          <a:xfrm xmlns:a="http://schemas.openxmlformats.org/drawingml/2006/main">
            <a:off x="609600" y="4572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825" b="1">
                <a:solidFill>
                  <a:srgbClr val="F3F2F7"/>
                </a:solidFill>
                <a:latin typeface="Space Grotesk"/>
                <a:ea typeface="Space Grotesk"/>
                <a:cs typeface="Space Grotesk"/>
              </a:defRPr>
            </a:defPPr>
            <a:lvl1pPr>
              <a:buNone/>
              <a:defRPr sz="3825" b="1">
                <a:solidFill>
                  <a:srgbClr val="F3F2F7"/>
                </a:solidFill>
                <a:latin typeface="Space Grotesk"/>
                <a:ea typeface="Space Grotesk"/>
                <a:cs typeface="Space Grotesk"/>
              </a:defRPr>
            </a:lvl1pPr>
            <a:lvl2pPr>
              <a:buNone/>
              <a:defRPr sz="3825" b="1">
                <a:solidFill>
                  <a:srgbClr val="F3F2F7"/>
                </a:solidFill>
                <a:latin typeface="Space Grotesk"/>
                <a:ea typeface="Space Grotesk"/>
                <a:cs typeface="Space Grotesk"/>
              </a:defRPr>
            </a:lvl2pPr>
            <a:lvl3pPr>
              <a:buNone/>
              <a:defRPr sz="3825" b="1">
                <a:solidFill>
                  <a:srgbClr val="F3F2F7"/>
                </a:solidFill>
                <a:latin typeface="Space Grotesk"/>
                <a:ea typeface="Space Grotesk"/>
                <a:cs typeface="Space Grotesk"/>
              </a:defRPr>
            </a:lvl3pPr>
            <a:lvl4pPr>
              <a:buNone/>
              <a:defRPr sz="3825" b="1">
                <a:solidFill>
                  <a:srgbClr val="F3F2F7"/>
                </a:solidFill>
                <a:latin typeface="Space Grotesk"/>
                <a:ea typeface="Space Grotesk"/>
                <a:cs typeface="Space Grotesk"/>
              </a:defRPr>
            </a:lvl4pPr>
            <a:lvl5pPr>
              <a:buNone/>
              <a:defRPr sz="3825" b="1">
                <a:solidFill>
                  <a:srgbClr val="F3F2F7"/>
                </a:solidFill>
                <a:latin typeface="Space Grotesk"/>
                <a:ea typeface="Space Grotesk"/>
                <a:cs typeface="Space Grotesk"/>
              </a:defRPr>
            </a:lvl5pPr>
            <a:lvl6pPr>
              <a:buNone/>
              <a:defRPr sz="3825" b="1">
                <a:solidFill>
                  <a:srgbClr val="F3F2F7"/>
                </a:solidFill>
                <a:latin typeface="Space Grotesk"/>
                <a:ea typeface="Space Grotesk"/>
                <a:cs typeface="Space Grotesk"/>
              </a:defRPr>
            </a:lvl6pPr>
            <a:lvl7pPr>
              <a:buNone/>
              <a:defRPr sz="3825" b="1">
                <a:solidFill>
                  <a:srgbClr val="F3F2F7"/>
                </a:solidFill>
                <a:latin typeface="Space Grotesk"/>
                <a:ea typeface="Space Grotesk"/>
                <a:cs typeface="Space Grotesk"/>
              </a:defRPr>
            </a:lvl7pPr>
            <a:lvl8pPr>
              <a:buNone/>
              <a:defRPr sz="3825" b="1">
                <a:solidFill>
                  <a:srgbClr val="F3F2F7"/>
                </a:solidFill>
                <a:latin typeface="Space Grotesk"/>
                <a:ea typeface="Space Grotesk"/>
                <a:cs typeface="Space Grotesk"/>
              </a:defRPr>
            </a:lvl8pPr>
            <a:lvl9pPr>
              <a:buNone/>
              <a:defRPr sz="3825" b="1">
                <a:solidFill>
                  <a:srgbClr val="F3F2F7"/>
                </a:solidFill>
                <a:latin typeface="Space Grotesk"/>
                <a:ea typeface="Space Grotesk"/>
                <a:cs typeface="Space Grotesk"/>
              </a:defRPr>
            </a:lvl9pPr>
          </a:lstStyle>
          <a:p xmlns:a="http://schemas.openxmlformats.org/drawingml/2006/main">
            <a:pPr>
              <a:buNone/>
              <a:defRPr sz="3825" b="1">
                <a:solidFill>
                  <a:srgbClr val="F3F2F7"/>
                </a:solidFill>
                <a:latin typeface="Space Grotesk"/>
                <a:ea typeface="Space Grotesk"/>
                <a:cs typeface="Space Grotesk"/>
              </a:defRPr>
            </a:pPr>
            <a:r>
              <a:rPr sz="3825" b="1">
                <a:solidFill>
                  <a:srgbClr val="F3F2F7"/>
                </a:solidFill>
                <a:latin typeface="Space Grotesk"/>
                <a:ea typeface="Space Grotesk"/>
                <a:cs typeface="Space Grotesk"/>
              </a:rPr>
              <a:t>Who it is for</a:t>
            </a:r>
          </a:p>
        </p:txBody>
      </p:sp>
      <p:sp>
        <p:nvSpPr>
          <p:cNvPr id="2" name="">
            <a:extLst xmlns:a="http://schemas.openxmlformats.org/drawingml/2006/main">
              <a:ext uri="{FF2B5EF4-FFF2-40B4-BE49-F238E27FC236}">
                <a16:creationId xmlns:a16="http://schemas.microsoft.com/office/drawing/2014/main" id="{B4DCF76D-A9C8-4B33-AD49-DDE2F8C52A84}"/>
              </a:ext>
            </a:extLst>
          </p:cNvPr>
          <p:cNvSpPr>
            <a:spLocks xmlns:a="http://schemas.openxmlformats.org/drawingml/2006/main" noGrp="1"/>
          </p:cNvSpPr>
          <p:nvPr/>
        </p:nvSpPr>
        <p:spPr>
          <a:xfrm xmlns:a="http://schemas.openxmlformats.org/drawingml/2006/main">
            <a:off x="609600" y="1743075"/>
            <a:ext cx="3429000" cy="3667125"/>
          </a:xfrm>
          <a:prstGeom xmlns:a="http://schemas.openxmlformats.org/drawingml/2006/main" prst="roundRect">
            <a:avLst>
              <a:gd name="adj" fmla="val 4444"/>
            </a:avLst>
          </a:prstGeom>
          <a:solidFill xmlns:a="http://schemas.openxmlformats.org/drawingml/2006/main">
            <a:srgbClr val="1B1D26"/>
          </a:solidFill>
          <a:ln xmlns:a="http://schemas.openxmlformats.org/drawingml/2006/main" w="9525">
            <a:solidFill>
              <a:srgbClr val="343745"/>
            </a:solidFill>
          </a:ln>
        </p:spPr>
      </p:sp>
      <p:pic>
        <p:nvPicPr>
          <p:cNvPr id="3" name="">
            <a:extLst xmlns:a="http://schemas.openxmlformats.org/drawingml/2006/main">
              <a:ext uri="{FF2B5EF4-FFF2-40B4-BE49-F238E27FC236}">
                <a16:creationId xmlns:a16="http://schemas.microsoft.com/office/drawing/2014/main" id="{59AE1270-0A73-45E4-86C1-ABC6DA518490}"/>
              </a:ext>
            </a:extLst>
          </p:cNvPr>
          <p:cNvPicPr>
            <a:picLocks xmlns:a="http://schemas.openxmlformats.org/drawingml/2006/main" noChangeAspect="1"/>
          </p:cNvPicPr>
          <p:nvPr/>
        </p:nvPicPr>
        <p:blipFill>
          <a:blip xmlns:r="http://schemas.openxmlformats.org/officeDocument/2006/relationships" xmlns:a="http://schemas.openxmlformats.org/drawingml/2006/main" r:embed="R9d0bded9d03b410c"/>
          <a:stretch xmlns:a="http://schemas.openxmlformats.org/drawingml/2006/main"/>
        </p:blipFill>
        <p:spPr>
          <a:xfrm xmlns:a="http://schemas.openxmlformats.org/drawingml/2006/main">
            <a:off x="838200" y="1933575"/>
            <a:ext cx="971550" cy="971550"/>
          </a:xfrm>
          <a:prstGeom xmlns:a="http://schemas.openxmlformats.org/drawingml/2006/main" prst="rect">
            <a:avLst/>
          </a:prstGeom>
        </p:spPr>
      </p:pic>
      <p:sp>
        <p:nvSpPr>
          <p:cNvPr id="4" name="Individuals">
            <a:extLst xmlns:a="http://schemas.openxmlformats.org/drawingml/2006/main">
              <a:ext uri="{FF2B5EF4-FFF2-40B4-BE49-F238E27FC236}">
                <a16:creationId xmlns:a16="http://schemas.microsoft.com/office/drawing/2014/main" id="{8C1CA219-3A4F-431B-875A-9D51E282B02F}"/>
              </a:ext>
            </a:extLst>
          </p:cNvPr>
          <p:cNvSpPr>
            <a:spLocks xmlns:a="http://schemas.openxmlformats.org/drawingml/2006/main" noGrp="1"/>
          </p:cNvSpPr>
          <p:nvPr/>
        </p:nvSpPr>
        <p:spPr>
          <a:xfrm xmlns:a="http://schemas.openxmlformats.org/drawingml/2006/main">
            <a:off x="876300" y="3276600"/>
            <a:ext cx="295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625" b="1">
                <a:solidFill>
                  <a:srgbClr val="F3F2F7"/>
                </a:solidFill>
                <a:latin typeface="Space Grotesk"/>
                <a:ea typeface="Space Grotesk"/>
                <a:cs typeface="Space Grotesk"/>
              </a:defRPr>
            </a:defPPr>
            <a:lvl1pPr>
              <a:buNone/>
              <a:defRPr sz="2625" b="1">
                <a:solidFill>
                  <a:srgbClr val="F3F2F7"/>
                </a:solidFill>
                <a:latin typeface="Space Grotesk"/>
                <a:ea typeface="Space Grotesk"/>
                <a:cs typeface="Space Grotesk"/>
              </a:defRPr>
            </a:lvl1pPr>
            <a:lvl2pPr>
              <a:buNone/>
              <a:defRPr sz="2625" b="1">
                <a:solidFill>
                  <a:srgbClr val="F3F2F7"/>
                </a:solidFill>
                <a:latin typeface="Space Grotesk"/>
                <a:ea typeface="Space Grotesk"/>
                <a:cs typeface="Space Grotesk"/>
              </a:defRPr>
            </a:lvl2pPr>
            <a:lvl3pPr>
              <a:buNone/>
              <a:defRPr sz="2625" b="1">
                <a:solidFill>
                  <a:srgbClr val="F3F2F7"/>
                </a:solidFill>
                <a:latin typeface="Space Grotesk"/>
                <a:ea typeface="Space Grotesk"/>
                <a:cs typeface="Space Grotesk"/>
              </a:defRPr>
            </a:lvl3pPr>
            <a:lvl4pPr>
              <a:buNone/>
              <a:defRPr sz="2625" b="1">
                <a:solidFill>
                  <a:srgbClr val="F3F2F7"/>
                </a:solidFill>
                <a:latin typeface="Space Grotesk"/>
                <a:ea typeface="Space Grotesk"/>
                <a:cs typeface="Space Grotesk"/>
              </a:defRPr>
            </a:lvl4pPr>
            <a:lvl5pPr>
              <a:buNone/>
              <a:defRPr sz="2625" b="1">
                <a:solidFill>
                  <a:srgbClr val="F3F2F7"/>
                </a:solidFill>
                <a:latin typeface="Space Grotesk"/>
                <a:ea typeface="Space Grotesk"/>
                <a:cs typeface="Space Grotesk"/>
              </a:defRPr>
            </a:lvl5pPr>
            <a:lvl6pPr>
              <a:buNone/>
              <a:defRPr sz="2625" b="1">
                <a:solidFill>
                  <a:srgbClr val="F3F2F7"/>
                </a:solidFill>
                <a:latin typeface="Space Grotesk"/>
                <a:ea typeface="Space Grotesk"/>
                <a:cs typeface="Space Grotesk"/>
              </a:defRPr>
            </a:lvl6pPr>
            <a:lvl7pPr>
              <a:buNone/>
              <a:defRPr sz="2625" b="1">
                <a:solidFill>
                  <a:srgbClr val="F3F2F7"/>
                </a:solidFill>
                <a:latin typeface="Space Grotesk"/>
                <a:ea typeface="Space Grotesk"/>
                <a:cs typeface="Space Grotesk"/>
              </a:defRPr>
            </a:lvl7pPr>
            <a:lvl8pPr>
              <a:buNone/>
              <a:defRPr sz="2625" b="1">
                <a:solidFill>
                  <a:srgbClr val="F3F2F7"/>
                </a:solidFill>
                <a:latin typeface="Space Grotesk"/>
                <a:ea typeface="Space Grotesk"/>
                <a:cs typeface="Space Grotesk"/>
              </a:defRPr>
            </a:lvl8pPr>
            <a:lvl9pPr>
              <a:buNone/>
              <a:defRPr sz="2625" b="1">
                <a:solidFill>
                  <a:srgbClr val="F3F2F7"/>
                </a:solidFill>
                <a:latin typeface="Space Grotesk"/>
                <a:ea typeface="Space Grotesk"/>
                <a:cs typeface="Space Grotesk"/>
              </a:defRPr>
            </a:lvl9pPr>
          </a:lstStyle>
          <a:p xmlns:a="http://schemas.openxmlformats.org/drawingml/2006/main">
            <a:pPr>
              <a:buNone/>
              <a:defRPr sz="2625" b="1">
                <a:solidFill>
                  <a:srgbClr val="F3F2F7"/>
                </a:solidFill>
                <a:latin typeface="Space Grotesk"/>
                <a:ea typeface="Space Grotesk"/>
                <a:cs typeface="Space Grotesk"/>
              </a:defRPr>
            </a:pPr>
            <a:r>
              <a:rPr sz="2625" b="1">
                <a:solidFill>
                  <a:srgbClr val="F3F2F7"/>
                </a:solidFill>
                <a:latin typeface="Space Grotesk"/>
                <a:ea typeface="Space Grotesk"/>
                <a:cs typeface="Space Grotesk"/>
              </a:rPr>
              <a:t>Individuals</a:t>
            </a:r>
          </a:p>
        </p:txBody>
      </p:sp>
      <p:sp>
        <p:nvSpPr>
          <p:cNvPr id="5" name="Personal agents that&#10;get work done.">
            <a:extLst xmlns:a="http://schemas.openxmlformats.org/drawingml/2006/main">
              <a:ext uri="{FF2B5EF4-FFF2-40B4-BE49-F238E27FC236}">
                <a16:creationId xmlns:a16="http://schemas.microsoft.com/office/drawing/2014/main" id="{EDC48EC6-3A8B-447E-BD4C-388FA0B6E780}"/>
              </a:ext>
            </a:extLst>
          </p:cNvPr>
          <p:cNvSpPr>
            <a:spLocks xmlns:a="http://schemas.openxmlformats.org/drawingml/2006/main" noGrp="1"/>
          </p:cNvSpPr>
          <p:nvPr/>
        </p:nvSpPr>
        <p:spPr>
          <a:xfrm xmlns:a="http://schemas.openxmlformats.org/drawingml/2006/main">
            <a:off x="876300" y="4171950"/>
            <a:ext cx="29146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0">
                <a:solidFill>
                  <a:srgbClr val="B6B6C7"/>
                </a:solidFill>
                <a:latin typeface="Inter"/>
                <a:ea typeface="Inter"/>
                <a:cs typeface="Inter"/>
              </a:defRPr>
            </a:defPPr>
            <a:lvl1pPr>
              <a:buNone/>
              <a:defRPr sz="2025" b="0">
                <a:solidFill>
                  <a:srgbClr val="B6B6C7"/>
                </a:solidFill>
                <a:latin typeface="Inter"/>
                <a:ea typeface="Inter"/>
                <a:cs typeface="Inter"/>
              </a:defRPr>
            </a:lvl1pPr>
            <a:lvl2pPr>
              <a:buNone/>
              <a:defRPr sz="2025" b="0">
                <a:solidFill>
                  <a:srgbClr val="B6B6C7"/>
                </a:solidFill>
                <a:latin typeface="Inter"/>
                <a:ea typeface="Inter"/>
                <a:cs typeface="Inter"/>
              </a:defRPr>
            </a:lvl2pPr>
            <a:lvl3pPr>
              <a:buNone/>
              <a:defRPr sz="2025" b="0">
                <a:solidFill>
                  <a:srgbClr val="B6B6C7"/>
                </a:solidFill>
                <a:latin typeface="Inter"/>
                <a:ea typeface="Inter"/>
                <a:cs typeface="Inter"/>
              </a:defRPr>
            </a:lvl3pPr>
            <a:lvl4pPr>
              <a:buNone/>
              <a:defRPr sz="2025" b="0">
                <a:solidFill>
                  <a:srgbClr val="B6B6C7"/>
                </a:solidFill>
                <a:latin typeface="Inter"/>
                <a:ea typeface="Inter"/>
                <a:cs typeface="Inter"/>
              </a:defRPr>
            </a:lvl4pPr>
            <a:lvl5pPr>
              <a:buNone/>
              <a:defRPr sz="2025" b="0">
                <a:solidFill>
                  <a:srgbClr val="B6B6C7"/>
                </a:solidFill>
                <a:latin typeface="Inter"/>
                <a:ea typeface="Inter"/>
                <a:cs typeface="Inter"/>
              </a:defRPr>
            </a:lvl5pPr>
            <a:lvl6pPr>
              <a:buNone/>
              <a:defRPr sz="2025" b="0">
                <a:solidFill>
                  <a:srgbClr val="B6B6C7"/>
                </a:solidFill>
                <a:latin typeface="Inter"/>
                <a:ea typeface="Inter"/>
                <a:cs typeface="Inter"/>
              </a:defRPr>
            </a:lvl6pPr>
            <a:lvl7pPr>
              <a:buNone/>
              <a:defRPr sz="2025" b="0">
                <a:solidFill>
                  <a:srgbClr val="B6B6C7"/>
                </a:solidFill>
                <a:latin typeface="Inter"/>
                <a:ea typeface="Inter"/>
                <a:cs typeface="Inter"/>
              </a:defRPr>
            </a:lvl7pPr>
            <a:lvl8pPr>
              <a:buNone/>
              <a:defRPr sz="2025" b="0">
                <a:solidFill>
                  <a:srgbClr val="B6B6C7"/>
                </a:solidFill>
                <a:latin typeface="Inter"/>
                <a:ea typeface="Inter"/>
                <a:cs typeface="Inter"/>
              </a:defRPr>
            </a:lvl8pPr>
            <a:lvl9pPr>
              <a:buNone/>
              <a:defRPr sz="2025" b="0">
                <a:solidFill>
                  <a:srgbClr val="B6B6C7"/>
                </a:solidFill>
                <a:latin typeface="Inter"/>
                <a:ea typeface="Inter"/>
                <a:cs typeface="Inter"/>
              </a:defRPr>
            </a:lvl9pPr>
          </a:lstStyle>
          <a:p xmlns:a="http://schemas.openxmlformats.org/drawingml/2006/main">
            <a:pPr>
              <a:buNone/>
              <a:defRPr sz="2025" b="0">
                <a:solidFill>
                  <a:srgbClr val="B6B6C7"/>
                </a:solidFill>
                <a:latin typeface="Inter"/>
                <a:ea typeface="Inter"/>
                <a:cs typeface="Inter"/>
              </a:defRPr>
            </a:pPr>
            <a:r>
              <a:rPr sz="2025" b="0">
                <a:solidFill>
                  <a:srgbClr val="B6B6C7"/>
                </a:solidFill>
                <a:latin typeface="Inter"/>
                <a:ea typeface="Inter"/>
                <a:cs typeface="Inter"/>
              </a:rPr>
              <a:t>Personal agents that</a:t>
            </a:r>
          </a:p>
          <a:p xmlns:a="http://schemas.openxmlformats.org/drawingml/2006/main">
            <a:pPr>
              <a:buNone/>
              <a:defRPr sz="2025" b="0">
                <a:solidFill>
                  <a:srgbClr val="B6B6C7"/>
                </a:solidFill>
                <a:latin typeface="Inter"/>
                <a:ea typeface="Inter"/>
                <a:cs typeface="Inter"/>
              </a:defRPr>
            </a:pPr>
            <a:r>
              <a:rPr sz="2025" b="0">
                <a:solidFill>
                  <a:srgbClr val="B6B6C7"/>
                </a:solidFill>
                <a:latin typeface="Inter"/>
                <a:ea typeface="Inter"/>
                <a:cs typeface="Inter"/>
              </a:rPr>
              <a:t>get work done.</a:t>
            </a:r>
          </a:p>
        </p:txBody>
      </p:sp>
      <p:sp>
        <p:nvSpPr>
          <p:cNvPr id="6" name="">
            <a:extLst xmlns:a="http://schemas.openxmlformats.org/drawingml/2006/main">
              <a:ext uri="{FF2B5EF4-FFF2-40B4-BE49-F238E27FC236}">
                <a16:creationId xmlns:a16="http://schemas.microsoft.com/office/drawing/2014/main" id="{F850DDE0-7DD5-47FC-8575-B401431E896A}"/>
              </a:ext>
            </a:extLst>
          </p:cNvPr>
          <p:cNvSpPr>
            <a:spLocks xmlns:a="http://schemas.openxmlformats.org/drawingml/2006/main" noGrp="1"/>
          </p:cNvSpPr>
          <p:nvPr/>
        </p:nvSpPr>
        <p:spPr>
          <a:xfrm xmlns:a="http://schemas.openxmlformats.org/drawingml/2006/main">
            <a:off x="4381500" y="1743075"/>
            <a:ext cx="3429000" cy="3667125"/>
          </a:xfrm>
          <a:prstGeom xmlns:a="http://schemas.openxmlformats.org/drawingml/2006/main" prst="roundRect">
            <a:avLst>
              <a:gd name="adj" fmla="val 4444"/>
            </a:avLst>
          </a:prstGeom>
          <a:solidFill xmlns:a="http://schemas.openxmlformats.org/drawingml/2006/main">
            <a:srgbClr val="1B1D26"/>
          </a:solidFill>
          <a:ln xmlns:a="http://schemas.openxmlformats.org/drawingml/2006/main" w="9525">
            <a:solidFill>
              <a:srgbClr val="343745"/>
            </a:solidFill>
          </a:ln>
        </p:spPr>
      </p:sp>
      <p:pic>
        <p:nvPicPr>
          <p:cNvPr id="7" name="">
            <a:extLst xmlns:a="http://schemas.openxmlformats.org/drawingml/2006/main">
              <a:ext uri="{FF2B5EF4-FFF2-40B4-BE49-F238E27FC236}">
                <a16:creationId xmlns:a16="http://schemas.microsoft.com/office/drawing/2014/main" id="{440E816B-BD4E-417A-A447-5831924E4C61}"/>
              </a:ext>
            </a:extLst>
          </p:cNvPr>
          <p:cNvPicPr>
            <a:picLocks xmlns:a="http://schemas.openxmlformats.org/drawingml/2006/main" noChangeAspect="1"/>
          </p:cNvPicPr>
          <p:nvPr/>
        </p:nvPicPr>
        <p:blipFill>
          <a:blip xmlns:r="http://schemas.openxmlformats.org/officeDocument/2006/relationships" xmlns:a="http://schemas.openxmlformats.org/drawingml/2006/main" r:embed="R0756726d2aba45ef"/>
          <a:stretch xmlns:a="http://schemas.openxmlformats.org/drawingml/2006/main"/>
        </p:blipFill>
        <p:spPr>
          <a:xfrm xmlns:a="http://schemas.openxmlformats.org/drawingml/2006/main">
            <a:off x="4610100" y="1933575"/>
            <a:ext cx="971550" cy="971550"/>
          </a:xfrm>
          <a:prstGeom xmlns:a="http://schemas.openxmlformats.org/drawingml/2006/main" prst="rect">
            <a:avLst/>
          </a:prstGeom>
        </p:spPr>
      </p:pic>
      <p:sp>
        <p:nvSpPr>
          <p:cNvPr id="8" name="Builders">
            <a:extLst xmlns:a="http://schemas.openxmlformats.org/drawingml/2006/main">
              <a:ext uri="{FF2B5EF4-FFF2-40B4-BE49-F238E27FC236}">
                <a16:creationId xmlns:a16="http://schemas.microsoft.com/office/drawing/2014/main" id="{FE97F239-11B0-40BD-BF13-445752BBE367}"/>
              </a:ext>
            </a:extLst>
          </p:cNvPr>
          <p:cNvSpPr>
            <a:spLocks xmlns:a="http://schemas.openxmlformats.org/drawingml/2006/main" noGrp="1"/>
          </p:cNvSpPr>
          <p:nvPr/>
        </p:nvSpPr>
        <p:spPr>
          <a:xfrm xmlns:a="http://schemas.openxmlformats.org/drawingml/2006/main">
            <a:off x="4648200" y="3276600"/>
            <a:ext cx="295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625" b="1">
                <a:solidFill>
                  <a:srgbClr val="F3F2F7"/>
                </a:solidFill>
                <a:latin typeface="Space Grotesk"/>
                <a:ea typeface="Space Grotesk"/>
                <a:cs typeface="Space Grotesk"/>
              </a:defRPr>
            </a:defPPr>
            <a:lvl1pPr>
              <a:buNone/>
              <a:defRPr sz="2625" b="1">
                <a:solidFill>
                  <a:srgbClr val="F3F2F7"/>
                </a:solidFill>
                <a:latin typeface="Space Grotesk"/>
                <a:ea typeface="Space Grotesk"/>
                <a:cs typeface="Space Grotesk"/>
              </a:defRPr>
            </a:lvl1pPr>
            <a:lvl2pPr>
              <a:buNone/>
              <a:defRPr sz="2625" b="1">
                <a:solidFill>
                  <a:srgbClr val="F3F2F7"/>
                </a:solidFill>
                <a:latin typeface="Space Grotesk"/>
                <a:ea typeface="Space Grotesk"/>
                <a:cs typeface="Space Grotesk"/>
              </a:defRPr>
            </a:lvl2pPr>
            <a:lvl3pPr>
              <a:buNone/>
              <a:defRPr sz="2625" b="1">
                <a:solidFill>
                  <a:srgbClr val="F3F2F7"/>
                </a:solidFill>
                <a:latin typeface="Space Grotesk"/>
                <a:ea typeface="Space Grotesk"/>
                <a:cs typeface="Space Grotesk"/>
              </a:defRPr>
            </a:lvl3pPr>
            <a:lvl4pPr>
              <a:buNone/>
              <a:defRPr sz="2625" b="1">
                <a:solidFill>
                  <a:srgbClr val="F3F2F7"/>
                </a:solidFill>
                <a:latin typeface="Space Grotesk"/>
                <a:ea typeface="Space Grotesk"/>
                <a:cs typeface="Space Grotesk"/>
              </a:defRPr>
            </a:lvl4pPr>
            <a:lvl5pPr>
              <a:buNone/>
              <a:defRPr sz="2625" b="1">
                <a:solidFill>
                  <a:srgbClr val="F3F2F7"/>
                </a:solidFill>
                <a:latin typeface="Space Grotesk"/>
                <a:ea typeface="Space Grotesk"/>
                <a:cs typeface="Space Grotesk"/>
              </a:defRPr>
            </a:lvl5pPr>
            <a:lvl6pPr>
              <a:buNone/>
              <a:defRPr sz="2625" b="1">
                <a:solidFill>
                  <a:srgbClr val="F3F2F7"/>
                </a:solidFill>
                <a:latin typeface="Space Grotesk"/>
                <a:ea typeface="Space Grotesk"/>
                <a:cs typeface="Space Grotesk"/>
              </a:defRPr>
            </a:lvl6pPr>
            <a:lvl7pPr>
              <a:buNone/>
              <a:defRPr sz="2625" b="1">
                <a:solidFill>
                  <a:srgbClr val="F3F2F7"/>
                </a:solidFill>
                <a:latin typeface="Space Grotesk"/>
                <a:ea typeface="Space Grotesk"/>
                <a:cs typeface="Space Grotesk"/>
              </a:defRPr>
            </a:lvl7pPr>
            <a:lvl8pPr>
              <a:buNone/>
              <a:defRPr sz="2625" b="1">
                <a:solidFill>
                  <a:srgbClr val="F3F2F7"/>
                </a:solidFill>
                <a:latin typeface="Space Grotesk"/>
                <a:ea typeface="Space Grotesk"/>
                <a:cs typeface="Space Grotesk"/>
              </a:defRPr>
            </a:lvl8pPr>
            <a:lvl9pPr>
              <a:buNone/>
              <a:defRPr sz="2625" b="1">
                <a:solidFill>
                  <a:srgbClr val="F3F2F7"/>
                </a:solidFill>
                <a:latin typeface="Space Grotesk"/>
                <a:ea typeface="Space Grotesk"/>
                <a:cs typeface="Space Grotesk"/>
              </a:defRPr>
            </a:lvl9pPr>
          </a:lstStyle>
          <a:p xmlns:a="http://schemas.openxmlformats.org/drawingml/2006/main">
            <a:pPr>
              <a:buNone/>
              <a:defRPr sz="2625" b="1">
                <a:solidFill>
                  <a:srgbClr val="F3F2F7"/>
                </a:solidFill>
                <a:latin typeface="Space Grotesk"/>
                <a:ea typeface="Space Grotesk"/>
                <a:cs typeface="Space Grotesk"/>
              </a:defRPr>
            </a:pPr>
            <a:r>
              <a:rPr sz="2625" b="1">
                <a:solidFill>
                  <a:srgbClr val="F3F2F7"/>
                </a:solidFill>
                <a:latin typeface="Space Grotesk"/>
                <a:ea typeface="Space Grotesk"/>
                <a:cs typeface="Space Grotesk"/>
              </a:rPr>
              <a:t>Builders</a:t>
            </a:r>
          </a:p>
        </p:txBody>
      </p:sp>
      <p:sp>
        <p:nvSpPr>
          <p:cNvPr id="9" name="Connect tools and&#10;on-chain payments.">
            <a:extLst xmlns:a="http://schemas.openxmlformats.org/drawingml/2006/main">
              <a:ext uri="{FF2B5EF4-FFF2-40B4-BE49-F238E27FC236}">
                <a16:creationId xmlns:a16="http://schemas.microsoft.com/office/drawing/2014/main" id="{81C69839-AB33-4154-93EC-777CB9FCD151}"/>
              </a:ext>
            </a:extLst>
          </p:cNvPr>
          <p:cNvSpPr>
            <a:spLocks xmlns:a="http://schemas.openxmlformats.org/drawingml/2006/main" noGrp="1"/>
          </p:cNvSpPr>
          <p:nvPr/>
        </p:nvSpPr>
        <p:spPr>
          <a:xfrm xmlns:a="http://schemas.openxmlformats.org/drawingml/2006/main">
            <a:off x="4648200" y="4171950"/>
            <a:ext cx="29146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0">
                <a:solidFill>
                  <a:srgbClr val="B6B6C7"/>
                </a:solidFill>
                <a:latin typeface="Inter"/>
                <a:ea typeface="Inter"/>
                <a:cs typeface="Inter"/>
              </a:defRPr>
            </a:defPPr>
            <a:lvl1pPr>
              <a:buNone/>
              <a:defRPr sz="2025" b="0">
                <a:solidFill>
                  <a:srgbClr val="B6B6C7"/>
                </a:solidFill>
                <a:latin typeface="Inter"/>
                <a:ea typeface="Inter"/>
                <a:cs typeface="Inter"/>
              </a:defRPr>
            </a:lvl1pPr>
            <a:lvl2pPr>
              <a:buNone/>
              <a:defRPr sz="2025" b="0">
                <a:solidFill>
                  <a:srgbClr val="B6B6C7"/>
                </a:solidFill>
                <a:latin typeface="Inter"/>
                <a:ea typeface="Inter"/>
                <a:cs typeface="Inter"/>
              </a:defRPr>
            </a:lvl2pPr>
            <a:lvl3pPr>
              <a:buNone/>
              <a:defRPr sz="2025" b="0">
                <a:solidFill>
                  <a:srgbClr val="B6B6C7"/>
                </a:solidFill>
                <a:latin typeface="Inter"/>
                <a:ea typeface="Inter"/>
                <a:cs typeface="Inter"/>
              </a:defRPr>
            </a:lvl3pPr>
            <a:lvl4pPr>
              <a:buNone/>
              <a:defRPr sz="2025" b="0">
                <a:solidFill>
                  <a:srgbClr val="B6B6C7"/>
                </a:solidFill>
                <a:latin typeface="Inter"/>
                <a:ea typeface="Inter"/>
                <a:cs typeface="Inter"/>
              </a:defRPr>
            </a:lvl4pPr>
            <a:lvl5pPr>
              <a:buNone/>
              <a:defRPr sz="2025" b="0">
                <a:solidFill>
                  <a:srgbClr val="B6B6C7"/>
                </a:solidFill>
                <a:latin typeface="Inter"/>
                <a:ea typeface="Inter"/>
                <a:cs typeface="Inter"/>
              </a:defRPr>
            </a:lvl5pPr>
            <a:lvl6pPr>
              <a:buNone/>
              <a:defRPr sz="2025" b="0">
                <a:solidFill>
                  <a:srgbClr val="B6B6C7"/>
                </a:solidFill>
                <a:latin typeface="Inter"/>
                <a:ea typeface="Inter"/>
                <a:cs typeface="Inter"/>
              </a:defRPr>
            </a:lvl6pPr>
            <a:lvl7pPr>
              <a:buNone/>
              <a:defRPr sz="2025" b="0">
                <a:solidFill>
                  <a:srgbClr val="B6B6C7"/>
                </a:solidFill>
                <a:latin typeface="Inter"/>
                <a:ea typeface="Inter"/>
                <a:cs typeface="Inter"/>
              </a:defRPr>
            </a:lvl7pPr>
            <a:lvl8pPr>
              <a:buNone/>
              <a:defRPr sz="2025" b="0">
                <a:solidFill>
                  <a:srgbClr val="B6B6C7"/>
                </a:solidFill>
                <a:latin typeface="Inter"/>
                <a:ea typeface="Inter"/>
                <a:cs typeface="Inter"/>
              </a:defRPr>
            </a:lvl8pPr>
            <a:lvl9pPr>
              <a:buNone/>
              <a:defRPr sz="2025" b="0">
                <a:solidFill>
                  <a:srgbClr val="B6B6C7"/>
                </a:solidFill>
                <a:latin typeface="Inter"/>
                <a:ea typeface="Inter"/>
                <a:cs typeface="Inter"/>
              </a:defRPr>
            </a:lvl9pPr>
          </a:lstStyle>
          <a:p xmlns:a="http://schemas.openxmlformats.org/drawingml/2006/main">
            <a:pPr>
              <a:buNone/>
              <a:defRPr sz="2025" b="0">
                <a:solidFill>
                  <a:srgbClr val="B6B6C7"/>
                </a:solidFill>
                <a:latin typeface="Inter"/>
                <a:ea typeface="Inter"/>
                <a:cs typeface="Inter"/>
              </a:defRPr>
            </a:pPr>
            <a:r>
              <a:rPr sz="2025" b="0">
                <a:solidFill>
                  <a:srgbClr val="B6B6C7"/>
                </a:solidFill>
                <a:latin typeface="Inter"/>
                <a:ea typeface="Inter"/>
                <a:cs typeface="Inter"/>
              </a:rPr>
              <a:t>Connect tools and</a:t>
            </a:r>
          </a:p>
          <a:p xmlns:a="http://schemas.openxmlformats.org/drawingml/2006/main">
            <a:pPr>
              <a:buNone/>
              <a:defRPr sz="2025" b="0">
                <a:solidFill>
                  <a:srgbClr val="B6B6C7"/>
                </a:solidFill>
                <a:latin typeface="Inter"/>
                <a:ea typeface="Inter"/>
                <a:cs typeface="Inter"/>
              </a:defRPr>
            </a:pPr>
            <a:r>
              <a:rPr sz="2025" b="0">
                <a:solidFill>
                  <a:srgbClr val="B6B6C7"/>
                </a:solidFill>
                <a:latin typeface="Inter"/>
                <a:ea typeface="Inter"/>
                <a:cs typeface="Inter"/>
              </a:rPr>
              <a:t>on-chain payments.</a:t>
            </a:r>
          </a:p>
        </p:txBody>
      </p:sp>
      <p:sp>
        <p:nvSpPr>
          <p:cNvPr id="10" name="">
            <a:extLst xmlns:a="http://schemas.openxmlformats.org/drawingml/2006/main">
              <a:ext uri="{FF2B5EF4-FFF2-40B4-BE49-F238E27FC236}">
                <a16:creationId xmlns:a16="http://schemas.microsoft.com/office/drawing/2014/main" id="{27253271-EA2A-4C0A-9E66-7E37C213ECE0}"/>
              </a:ext>
            </a:extLst>
          </p:cNvPr>
          <p:cNvSpPr>
            <a:spLocks xmlns:a="http://schemas.openxmlformats.org/drawingml/2006/main" noGrp="1"/>
          </p:cNvSpPr>
          <p:nvPr/>
        </p:nvSpPr>
        <p:spPr>
          <a:xfrm xmlns:a="http://schemas.openxmlformats.org/drawingml/2006/main">
            <a:off x="8153400" y="1743075"/>
            <a:ext cx="3429000" cy="3667125"/>
          </a:xfrm>
          <a:prstGeom xmlns:a="http://schemas.openxmlformats.org/drawingml/2006/main" prst="roundRect">
            <a:avLst>
              <a:gd name="adj" fmla="val 4444"/>
            </a:avLst>
          </a:prstGeom>
          <a:solidFill xmlns:a="http://schemas.openxmlformats.org/drawingml/2006/main">
            <a:srgbClr val="1B1D26"/>
          </a:solidFill>
          <a:ln xmlns:a="http://schemas.openxmlformats.org/drawingml/2006/main" w="9525">
            <a:solidFill>
              <a:srgbClr val="343745"/>
            </a:solidFill>
          </a:ln>
        </p:spPr>
      </p:sp>
      <p:pic>
        <p:nvPicPr>
          <p:cNvPr id="11" name="">
            <a:extLst xmlns:a="http://schemas.openxmlformats.org/drawingml/2006/main">
              <a:ext uri="{FF2B5EF4-FFF2-40B4-BE49-F238E27FC236}">
                <a16:creationId xmlns:a16="http://schemas.microsoft.com/office/drawing/2014/main" id="{99DF3596-A38C-429D-B15D-DB235A6EC5BC}"/>
              </a:ext>
            </a:extLst>
          </p:cNvPr>
          <p:cNvPicPr>
            <a:picLocks xmlns:a="http://schemas.openxmlformats.org/drawingml/2006/main" noChangeAspect="1"/>
          </p:cNvPicPr>
          <p:nvPr/>
        </p:nvPicPr>
        <p:blipFill>
          <a:blip xmlns:r="http://schemas.openxmlformats.org/officeDocument/2006/relationships" xmlns:a="http://schemas.openxmlformats.org/drawingml/2006/main" r:embed="R544273178bd44dc5"/>
          <a:stretch xmlns:a="http://schemas.openxmlformats.org/drawingml/2006/main"/>
        </p:blipFill>
        <p:spPr>
          <a:xfrm xmlns:a="http://schemas.openxmlformats.org/drawingml/2006/main">
            <a:off x="8382000" y="1933575"/>
            <a:ext cx="971550" cy="971550"/>
          </a:xfrm>
          <a:prstGeom xmlns:a="http://schemas.openxmlformats.org/drawingml/2006/main" prst="rect">
            <a:avLst/>
          </a:prstGeom>
        </p:spPr>
      </p:pic>
      <p:sp>
        <p:nvSpPr>
          <p:cNvPr id="12" name="Business owners">
            <a:extLst xmlns:a="http://schemas.openxmlformats.org/drawingml/2006/main">
              <a:ext uri="{FF2B5EF4-FFF2-40B4-BE49-F238E27FC236}">
                <a16:creationId xmlns:a16="http://schemas.microsoft.com/office/drawing/2014/main" id="{540D1DBF-0915-49B1-B663-3B2614AB3103}"/>
              </a:ext>
            </a:extLst>
          </p:cNvPr>
          <p:cNvSpPr>
            <a:spLocks xmlns:a="http://schemas.openxmlformats.org/drawingml/2006/main" noGrp="1"/>
          </p:cNvSpPr>
          <p:nvPr/>
        </p:nvSpPr>
        <p:spPr>
          <a:xfrm xmlns:a="http://schemas.openxmlformats.org/drawingml/2006/main">
            <a:off x="8420100" y="3276600"/>
            <a:ext cx="295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625" b="1">
                <a:solidFill>
                  <a:srgbClr val="F3F2F7"/>
                </a:solidFill>
                <a:latin typeface="Space Grotesk"/>
                <a:ea typeface="Space Grotesk"/>
                <a:cs typeface="Space Grotesk"/>
              </a:defRPr>
            </a:defPPr>
            <a:lvl1pPr>
              <a:buNone/>
              <a:defRPr sz="2625" b="1">
                <a:solidFill>
                  <a:srgbClr val="F3F2F7"/>
                </a:solidFill>
                <a:latin typeface="Space Grotesk"/>
                <a:ea typeface="Space Grotesk"/>
                <a:cs typeface="Space Grotesk"/>
              </a:defRPr>
            </a:lvl1pPr>
            <a:lvl2pPr>
              <a:buNone/>
              <a:defRPr sz="2625" b="1">
                <a:solidFill>
                  <a:srgbClr val="F3F2F7"/>
                </a:solidFill>
                <a:latin typeface="Space Grotesk"/>
                <a:ea typeface="Space Grotesk"/>
                <a:cs typeface="Space Grotesk"/>
              </a:defRPr>
            </a:lvl2pPr>
            <a:lvl3pPr>
              <a:buNone/>
              <a:defRPr sz="2625" b="1">
                <a:solidFill>
                  <a:srgbClr val="F3F2F7"/>
                </a:solidFill>
                <a:latin typeface="Space Grotesk"/>
                <a:ea typeface="Space Grotesk"/>
                <a:cs typeface="Space Grotesk"/>
              </a:defRPr>
            </a:lvl3pPr>
            <a:lvl4pPr>
              <a:buNone/>
              <a:defRPr sz="2625" b="1">
                <a:solidFill>
                  <a:srgbClr val="F3F2F7"/>
                </a:solidFill>
                <a:latin typeface="Space Grotesk"/>
                <a:ea typeface="Space Grotesk"/>
                <a:cs typeface="Space Grotesk"/>
              </a:defRPr>
            </a:lvl4pPr>
            <a:lvl5pPr>
              <a:buNone/>
              <a:defRPr sz="2625" b="1">
                <a:solidFill>
                  <a:srgbClr val="F3F2F7"/>
                </a:solidFill>
                <a:latin typeface="Space Grotesk"/>
                <a:ea typeface="Space Grotesk"/>
                <a:cs typeface="Space Grotesk"/>
              </a:defRPr>
            </a:lvl5pPr>
            <a:lvl6pPr>
              <a:buNone/>
              <a:defRPr sz="2625" b="1">
                <a:solidFill>
                  <a:srgbClr val="F3F2F7"/>
                </a:solidFill>
                <a:latin typeface="Space Grotesk"/>
                <a:ea typeface="Space Grotesk"/>
                <a:cs typeface="Space Grotesk"/>
              </a:defRPr>
            </a:lvl6pPr>
            <a:lvl7pPr>
              <a:buNone/>
              <a:defRPr sz="2625" b="1">
                <a:solidFill>
                  <a:srgbClr val="F3F2F7"/>
                </a:solidFill>
                <a:latin typeface="Space Grotesk"/>
                <a:ea typeface="Space Grotesk"/>
                <a:cs typeface="Space Grotesk"/>
              </a:defRPr>
            </a:lvl7pPr>
            <a:lvl8pPr>
              <a:buNone/>
              <a:defRPr sz="2625" b="1">
                <a:solidFill>
                  <a:srgbClr val="F3F2F7"/>
                </a:solidFill>
                <a:latin typeface="Space Grotesk"/>
                <a:ea typeface="Space Grotesk"/>
                <a:cs typeface="Space Grotesk"/>
              </a:defRPr>
            </a:lvl8pPr>
            <a:lvl9pPr>
              <a:buNone/>
              <a:defRPr sz="2625" b="1">
                <a:solidFill>
                  <a:srgbClr val="F3F2F7"/>
                </a:solidFill>
                <a:latin typeface="Space Grotesk"/>
                <a:ea typeface="Space Grotesk"/>
                <a:cs typeface="Space Grotesk"/>
              </a:defRPr>
            </a:lvl9pPr>
          </a:lstStyle>
          <a:p xmlns:a="http://schemas.openxmlformats.org/drawingml/2006/main">
            <a:pPr>
              <a:buNone/>
              <a:defRPr sz="2625" b="1">
                <a:solidFill>
                  <a:srgbClr val="F3F2F7"/>
                </a:solidFill>
                <a:latin typeface="Space Grotesk"/>
                <a:ea typeface="Space Grotesk"/>
                <a:cs typeface="Space Grotesk"/>
              </a:defRPr>
            </a:pPr>
            <a:r>
              <a:rPr sz="2625" b="1">
                <a:solidFill>
                  <a:srgbClr val="F3F2F7"/>
                </a:solidFill>
                <a:latin typeface="Space Grotesk"/>
                <a:ea typeface="Space Grotesk"/>
                <a:cs typeface="Space Grotesk"/>
              </a:rPr>
              <a:t>Business owners</a:t>
            </a:r>
          </a:p>
        </p:txBody>
      </p:sp>
      <p:sp>
        <p:nvSpPr>
          <p:cNvPr id="13" name="Delegated work and&#10;access to specialists">
            <a:extLst xmlns:a="http://schemas.openxmlformats.org/drawingml/2006/main">
              <a:ext uri="{FF2B5EF4-FFF2-40B4-BE49-F238E27FC236}">
                <a16:creationId xmlns:a16="http://schemas.microsoft.com/office/drawing/2014/main" id="{20383141-5DE5-444E-893C-88E74866AE0C}"/>
              </a:ext>
            </a:extLst>
          </p:cNvPr>
          <p:cNvSpPr>
            <a:spLocks xmlns:a="http://schemas.openxmlformats.org/drawingml/2006/main" noGrp="1"/>
          </p:cNvSpPr>
          <p:nvPr/>
        </p:nvSpPr>
        <p:spPr>
          <a:xfrm xmlns:a="http://schemas.openxmlformats.org/drawingml/2006/main">
            <a:off x="8420100" y="4171950"/>
            <a:ext cx="29146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0">
                <a:solidFill>
                  <a:srgbClr val="B6B6C7"/>
                </a:solidFill>
                <a:latin typeface="Inter"/>
                <a:ea typeface="Inter"/>
                <a:cs typeface="Inter"/>
              </a:defRPr>
            </a:defPPr>
            <a:lvl1pPr>
              <a:buNone/>
              <a:defRPr sz="2025" b="0">
                <a:solidFill>
                  <a:srgbClr val="B6B6C7"/>
                </a:solidFill>
                <a:latin typeface="Inter"/>
                <a:ea typeface="Inter"/>
                <a:cs typeface="Inter"/>
              </a:defRPr>
            </a:lvl1pPr>
            <a:lvl2pPr>
              <a:buNone/>
              <a:defRPr sz="2025" b="0">
                <a:solidFill>
                  <a:srgbClr val="B6B6C7"/>
                </a:solidFill>
                <a:latin typeface="Inter"/>
                <a:ea typeface="Inter"/>
                <a:cs typeface="Inter"/>
              </a:defRPr>
            </a:lvl2pPr>
            <a:lvl3pPr>
              <a:buNone/>
              <a:defRPr sz="2025" b="0">
                <a:solidFill>
                  <a:srgbClr val="B6B6C7"/>
                </a:solidFill>
                <a:latin typeface="Inter"/>
                <a:ea typeface="Inter"/>
                <a:cs typeface="Inter"/>
              </a:defRPr>
            </a:lvl3pPr>
            <a:lvl4pPr>
              <a:buNone/>
              <a:defRPr sz="2025" b="0">
                <a:solidFill>
                  <a:srgbClr val="B6B6C7"/>
                </a:solidFill>
                <a:latin typeface="Inter"/>
                <a:ea typeface="Inter"/>
                <a:cs typeface="Inter"/>
              </a:defRPr>
            </a:lvl4pPr>
            <a:lvl5pPr>
              <a:buNone/>
              <a:defRPr sz="2025" b="0">
                <a:solidFill>
                  <a:srgbClr val="B6B6C7"/>
                </a:solidFill>
                <a:latin typeface="Inter"/>
                <a:ea typeface="Inter"/>
                <a:cs typeface="Inter"/>
              </a:defRPr>
            </a:lvl5pPr>
            <a:lvl6pPr>
              <a:buNone/>
              <a:defRPr sz="2025" b="0">
                <a:solidFill>
                  <a:srgbClr val="B6B6C7"/>
                </a:solidFill>
                <a:latin typeface="Inter"/>
                <a:ea typeface="Inter"/>
                <a:cs typeface="Inter"/>
              </a:defRPr>
            </a:lvl6pPr>
            <a:lvl7pPr>
              <a:buNone/>
              <a:defRPr sz="2025" b="0">
                <a:solidFill>
                  <a:srgbClr val="B6B6C7"/>
                </a:solidFill>
                <a:latin typeface="Inter"/>
                <a:ea typeface="Inter"/>
                <a:cs typeface="Inter"/>
              </a:defRPr>
            </a:lvl7pPr>
            <a:lvl8pPr>
              <a:buNone/>
              <a:defRPr sz="2025" b="0">
                <a:solidFill>
                  <a:srgbClr val="B6B6C7"/>
                </a:solidFill>
                <a:latin typeface="Inter"/>
                <a:ea typeface="Inter"/>
                <a:cs typeface="Inter"/>
              </a:defRPr>
            </a:lvl8pPr>
            <a:lvl9pPr>
              <a:buNone/>
              <a:defRPr sz="2025" b="0">
                <a:solidFill>
                  <a:srgbClr val="B6B6C7"/>
                </a:solidFill>
                <a:latin typeface="Inter"/>
                <a:ea typeface="Inter"/>
                <a:cs typeface="Inter"/>
              </a:defRPr>
            </a:lvl9pPr>
          </a:lstStyle>
          <a:p xmlns:a="http://schemas.openxmlformats.org/drawingml/2006/main">
            <a:pPr>
              <a:buNone/>
              <a:defRPr sz="2025" b="0">
                <a:solidFill>
                  <a:srgbClr val="B6B6C7"/>
                </a:solidFill>
                <a:latin typeface="Inter"/>
                <a:ea typeface="Inter"/>
                <a:cs typeface="Inter"/>
              </a:defRPr>
            </a:pPr>
            <a:r>
              <a:rPr sz="2025" b="0">
                <a:solidFill>
                  <a:srgbClr val="B6B6C7"/>
                </a:solidFill>
                <a:latin typeface="Inter"/>
                <a:ea typeface="Inter"/>
                <a:cs typeface="Inter"/>
              </a:rPr>
              <a:t>Delegated work and</a:t>
            </a:r>
          </a:p>
          <a:p xmlns:a="http://schemas.openxmlformats.org/drawingml/2006/main">
            <a:pPr>
              <a:buNone/>
              <a:defRPr sz="2025" b="0">
                <a:solidFill>
                  <a:srgbClr val="B6B6C7"/>
                </a:solidFill>
                <a:latin typeface="Inter"/>
                <a:ea typeface="Inter"/>
                <a:cs typeface="Inter"/>
              </a:defRPr>
            </a:pPr>
            <a:r>
              <a:rPr sz="2025" b="0">
                <a:solidFill>
                  <a:srgbClr val="B6B6C7"/>
                </a:solidFill>
                <a:latin typeface="Inter"/>
                <a:ea typeface="Inter"/>
                <a:cs typeface="Inter"/>
              </a:rPr>
              <a:t>access to specialists.</a:t>
            </a:r>
          </a:p>
        </p:txBody>
      </p:sp>
      <p:sp>
        <p:nvSpPr>
          <p:cNvPr id="14" name="Useful automation, payment privacy and o">
            <a:extLst xmlns:a="http://schemas.openxmlformats.org/drawingml/2006/main">
              <a:ext uri="{FF2B5EF4-FFF2-40B4-BE49-F238E27FC236}">
                <a16:creationId xmlns:a16="http://schemas.microsoft.com/office/drawing/2014/main" id="{8A414EE4-EF32-492A-85B3-CF081240E5ED}"/>
              </a:ext>
            </a:extLst>
          </p:cNvPr>
          <p:cNvSpPr>
            <a:spLocks xmlns:a="http://schemas.openxmlformats.org/drawingml/2006/main" noGrp="1"/>
          </p:cNvSpPr>
          <p:nvPr/>
        </p:nvSpPr>
        <p:spPr>
          <a:xfrm xmlns:a="http://schemas.openxmlformats.org/drawingml/2006/main">
            <a:off x="609600" y="610552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650" b="0">
                <a:solidFill>
                  <a:srgbClr val="A6A8FF"/>
                </a:solidFill>
                <a:latin typeface="Inter"/>
                <a:ea typeface="Inter"/>
                <a:cs typeface="Inter"/>
              </a:defRPr>
            </a:defPPr>
            <a:lvl1pPr>
              <a:buNone/>
              <a:defRPr sz="1650" b="0">
                <a:solidFill>
                  <a:srgbClr val="A6A8FF"/>
                </a:solidFill>
                <a:latin typeface="Inter"/>
                <a:ea typeface="Inter"/>
                <a:cs typeface="Inter"/>
              </a:defRPr>
            </a:lvl1pPr>
            <a:lvl2pPr>
              <a:buNone/>
              <a:defRPr sz="1650" b="0">
                <a:solidFill>
                  <a:srgbClr val="A6A8FF"/>
                </a:solidFill>
                <a:latin typeface="Inter"/>
                <a:ea typeface="Inter"/>
                <a:cs typeface="Inter"/>
              </a:defRPr>
            </a:lvl2pPr>
            <a:lvl3pPr>
              <a:buNone/>
              <a:defRPr sz="1650" b="0">
                <a:solidFill>
                  <a:srgbClr val="A6A8FF"/>
                </a:solidFill>
                <a:latin typeface="Inter"/>
                <a:ea typeface="Inter"/>
                <a:cs typeface="Inter"/>
              </a:defRPr>
            </a:lvl3pPr>
            <a:lvl4pPr>
              <a:buNone/>
              <a:defRPr sz="1650" b="0">
                <a:solidFill>
                  <a:srgbClr val="A6A8FF"/>
                </a:solidFill>
                <a:latin typeface="Inter"/>
                <a:ea typeface="Inter"/>
                <a:cs typeface="Inter"/>
              </a:defRPr>
            </a:lvl4pPr>
            <a:lvl5pPr>
              <a:buNone/>
              <a:defRPr sz="1650" b="0">
                <a:solidFill>
                  <a:srgbClr val="A6A8FF"/>
                </a:solidFill>
                <a:latin typeface="Inter"/>
                <a:ea typeface="Inter"/>
                <a:cs typeface="Inter"/>
              </a:defRPr>
            </a:lvl5pPr>
            <a:lvl6pPr>
              <a:buNone/>
              <a:defRPr sz="1650" b="0">
                <a:solidFill>
                  <a:srgbClr val="A6A8FF"/>
                </a:solidFill>
                <a:latin typeface="Inter"/>
                <a:ea typeface="Inter"/>
                <a:cs typeface="Inter"/>
              </a:defRPr>
            </a:lvl6pPr>
            <a:lvl7pPr>
              <a:buNone/>
              <a:defRPr sz="1650" b="0">
                <a:solidFill>
                  <a:srgbClr val="A6A8FF"/>
                </a:solidFill>
                <a:latin typeface="Inter"/>
                <a:ea typeface="Inter"/>
                <a:cs typeface="Inter"/>
              </a:defRPr>
            </a:lvl7pPr>
            <a:lvl8pPr>
              <a:buNone/>
              <a:defRPr sz="1650" b="0">
                <a:solidFill>
                  <a:srgbClr val="A6A8FF"/>
                </a:solidFill>
                <a:latin typeface="Inter"/>
                <a:ea typeface="Inter"/>
                <a:cs typeface="Inter"/>
              </a:defRPr>
            </a:lvl8pPr>
            <a:lvl9pPr>
              <a:buNone/>
              <a:defRPr sz="1650" b="0">
                <a:solidFill>
                  <a:srgbClr val="A6A8FF"/>
                </a:solidFill>
                <a:latin typeface="Inter"/>
                <a:ea typeface="Inter"/>
                <a:cs typeface="Inter"/>
              </a:defRPr>
            </a:lvl9pPr>
          </a:lstStyle>
          <a:p xmlns:a="http://schemas.openxmlformats.org/drawingml/2006/main">
            <a:pPr>
              <a:buNone/>
              <a:defRPr sz="1650" b="0">
                <a:solidFill>
                  <a:srgbClr val="A6A8FF"/>
                </a:solidFill>
                <a:latin typeface="Inter"/>
                <a:ea typeface="Inter"/>
                <a:cs typeface="Inter"/>
              </a:defRPr>
            </a:pPr>
            <a:r>
              <a:rPr sz="1650" b="0">
                <a:solidFill>
                  <a:srgbClr val="A6A8FF"/>
                </a:solidFill>
                <a:latin typeface="Inter"/>
                <a:ea typeface="Inter"/>
                <a:cs typeface="Inter"/>
              </a:rPr>
              <a:t>Useful automation, payment privacy and owner control.</a:t>
            </a:r>
          </a:p>
        </p:txBody>
      </p:sp>
    </p:spTree>
    <p:extLst>
      <p:ext uri="{BB962C8B-B14F-4D97-AF65-F5344CB8AC3E}">
        <p14:creationId xmlns:p14="http://schemas.microsoft.com/office/powerpoint/2010/main" val="924217741"/>
      </p:ext>
    </p:extLst>
  </p:cSld>
</p:sld>
</file>

<file path=ppt/slides/slide3.xml><?xml version="1.0" encoding="utf-8"?>
<p:sld xmlns:p="http://schemas.openxmlformats.org/presentationml/2006/main">
  <p:cSld>
    <p:bg>
      <p:bgPr>
        <a:solidFill xmlns:a="http://schemas.openxmlformats.org/drawingml/2006/main">
          <a:srgbClr val="101014"/>
        </a:solidFill>
      </p:bgPr>
    </p:bg>
    <p:spTree>
      <p:nvGrpSpPr>
        <p:cNvPr id="1" name=""/>
        <p:cNvGrpSpPr/>
        <p:nvPr/>
      </p:nvGrpSpPr>
      <p:grpSpPr>
        <a:xfrm xmlns:a="http://schemas.openxmlformats.org/drawingml/2006/main"/>
      </p:grpSpPr>
      <p:sp>
        <p:nvSpPr>
          <p:cNvPr id="14" name="Our solution">
            <a:extLst xmlns:a="http://schemas.openxmlformats.org/drawingml/2006/main">
              <a:ext uri="{FF2B5EF4-FFF2-40B4-BE49-F238E27FC236}">
                <a16:creationId xmlns:a16="http://schemas.microsoft.com/office/drawing/2014/main" id="{52A9FA41-28F7-4627-8BD6-CE757796D948}"/>
              </a:ext>
            </a:extLst>
          </p:cNvPr>
          <p:cNvSpPr>
            <a:spLocks xmlns:a="http://schemas.openxmlformats.org/drawingml/2006/main" noGrp="1"/>
          </p:cNvSpPr>
          <p:nvPr/>
        </p:nvSpPr>
        <p:spPr>
          <a:xfrm xmlns:a="http://schemas.openxmlformats.org/drawingml/2006/main">
            <a:off x="609600" y="4572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825" b="1">
                <a:solidFill>
                  <a:srgbClr val="F3F2F7"/>
                </a:solidFill>
                <a:latin typeface="Space Grotesk"/>
                <a:ea typeface="Space Grotesk"/>
                <a:cs typeface="Space Grotesk"/>
              </a:defRPr>
            </a:defPPr>
            <a:lvl1pPr>
              <a:buNone/>
              <a:defRPr sz="3825" b="1">
                <a:solidFill>
                  <a:srgbClr val="F3F2F7"/>
                </a:solidFill>
                <a:latin typeface="Space Grotesk"/>
                <a:ea typeface="Space Grotesk"/>
                <a:cs typeface="Space Grotesk"/>
              </a:defRPr>
            </a:lvl1pPr>
            <a:lvl2pPr>
              <a:buNone/>
              <a:defRPr sz="3825" b="1">
                <a:solidFill>
                  <a:srgbClr val="F3F2F7"/>
                </a:solidFill>
                <a:latin typeface="Space Grotesk"/>
                <a:ea typeface="Space Grotesk"/>
                <a:cs typeface="Space Grotesk"/>
              </a:defRPr>
            </a:lvl2pPr>
            <a:lvl3pPr>
              <a:buNone/>
              <a:defRPr sz="3825" b="1">
                <a:solidFill>
                  <a:srgbClr val="F3F2F7"/>
                </a:solidFill>
                <a:latin typeface="Space Grotesk"/>
                <a:ea typeface="Space Grotesk"/>
                <a:cs typeface="Space Grotesk"/>
              </a:defRPr>
            </a:lvl3pPr>
            <a:lvl4pPr>
              <a:buNone/>
              <a:defRPr sz="3825" b="1">
                <a:solidFill>
                  <a:srgbClr val="F3F2F7"/>
                </a:solidFill>
                <a:latin typeface="Space Grotesk"/>
                <a:ea typeface="Space Grotesk"/>
                <a:cs typeface="Space Grotesk"/>
              </a:defRPr>
            </a:lvl4pPr>
            <a:lvl5pPr>
              <a:buNone/>
              <a:defRPr sz="3825" b="1">
                <a:solidFill>
                  <a:srgbClr val="F3F2F7"/>
                </a:solidFill>
                <a:latin typeface="Space Grotesk"/>
                <a:ea typeface="Space Grotesk"/>
                <a:cs typeface="Space Grotesk"/>
              </a:defRPr>
            </a:lvl5pPr>
            <a:lvl6pPr>
              <a:buNone/>
              <a:defRPr sz="3825" b="1">
                <a:solidFill>
                  <a:srgbClr val="F3F2F7"/>
                </a:solidFill>
                <a:latin typeface="Space Grotesk"/>
                <a:ea typeface="Space Grotesk"/>
                <a:cs typeface="Space Grotesk"/>
              </a:defRPr>
            </a:lvl6pPr>
            <a:lvl7pPr>
              <a:buNone/>
              <a:defRPr sz="3825" b="1">
                <a:solidFill>
                  <a:srgbClr val="F3F2F7"/>
                </a:solidFill>
                <a:latin typeface="Space Grotesk"/>
                <a:ea typeface="Space Grotesk"/>
                <a:cs typeface="Space Grotesk"/>
              </a:defRPr>
            </a:lvl7pPr>
            <a:lvl8pPr>
              <a:buNone/>
              <a:defRPr sz="3825" b="1">
                <a:solidFill>
                  <a:srgbClr val="F3F2F7"/>
                </a:solidFill>
                <a:latin typeface="Space Grotesk"/>
                <a:ea typeface="Space Grotesk"/>
                <a:cs typeface="Space Grotesk"/>
              </a:defRPr>
            </a:lvl8pPr>
            <a:lvl9pPr>
              <a:buNone/>
              <a:defRPr sz="3825" b="1">
                <a:solidFill>
                  <a:srgbClr val="F3F2F7"/>
                </a:solidFill>
                <a:latin typeface="Space Grotesk"/>
                <a:ea typeface="Space Grotesk"/>
                <a:cs typeface="Space Grotesk"/>
              </a:defRPr>
            </a:lvl9pPr>
          </a:lstStyle>
          <a:p xmlns:a="http://schemas.openxmlformats.org/drawingml/2006/main">
            <a:pPr>
              <a:buNone/>
              <a:defRPr sz="3825" b="1">
                <a:solidFill>
                  <a:srgbClr val="F3F2F7"/>
                </a:solidFill>
                <a:latin typeface="Space Grotesk"/>
                <a:ea typeface="Space Grotesk"/>
                <a:cs typeface="Space Grotesk"/>
              </a:defRPr>
            </a:pPr>
            <a:r>
              <a:rPr sz="3825" b="1">
                <a:solidFill>
                  <a:srgbClr val="F3F2F7"/>
                </a:solidFill>
                <a:latin typeface="Space Grotesk"/>
                <a:ea typeface="Space Grotesk"/>
                <a:cs typeface="Space Grotesk"/>
              </a:rPr>
              <a:t>Our solution</a:t>
            </a:r>
          </a:p>
        </p:txBody>
      </p:sp>
      <p:sp>
        <p:nvSpPr>
          <p:cNvPr id="2" name="">
            <a:extLst xmlns:a="http://schemas.openxmlformats.org/drawingml/2006/main">
              <a:ext uri="{FF2B5EF4-FFF2-40B4-BE49-F238E27FC236}">
                <a16:creationId xmlns:a16="http://schemas.microsoft.com/office/drawing/2014/main" id="{1A6C2A49-0497-45DA-BD04-92B0A07A11DA}"/>
              </a:ext>
            </a:extLst>
          </p:cNvPr>
          <p:cNvSpPr>
            <a:spLocks xmlns:a="http://schemas.openxmlformats.org/drawingml/2006/main" noGrp="1"/>
          </p:cNvSpPr>
          <p:nvPr/>
        </p:nvSpPr>
        <p:spPr>
          <a:xfrm xmlns:a="http://schemas.openxmlformats.org/drawingml/2006/main">
            <a:off x="609600" y="1619250"/>
            <a:ext cx="10972800" cy="4000500"/>
          </a:xfrm>
          <a:prstGeom xmlns:a="http://schemas.openxmlformats.org/drawingml/2006/main" prst="roundRect">
            <a:avLst>
              <a:gd name="adj" fmla="val 3810"/>
            </a:avLst>
          </a:prstGeom>
          <a:solidFill xmlns:a="http://schemas.openxmlformats.org/drawingml/2006/main">
            <a:srgbClr val="202339"/>
          </a:solidFill>
          <a:ln xmlns:a="http://schemas.openxmlformats.org/drawingml/2006/main" w="9525">
            <a:solidFill>
              <a:srgbClr val="343745"/>
            </a:solidFill>
          </a:ln>
        </p:spPr>
      </p:sp>
      <p:sp>
        <p:nvSpPr>
          <p:cNvPr id="3" name="Veilo">
            <a:extLst xmlns:a="http://schemas.openxmlformats.org/drawingml/2006/main">
              <a:ext uri="{FF2B5EF4-FFF2-40B4-BE49-F238E27FC236}">
                <a16:creationId xmlns:a16="http://schemas.microsoft.com/office/drawing/2014/main" id="{F412BDE3-5517-4990-8B03-2C5723B6AE11}"/>
              </a:ext>
            </a:extLst>
          </p:cNvPr>
          <p:cNvSpPr>
            <a:spLocks xmlns:a="http://schemas.openxmlformats.org/drawingml/2006/main" noGrp="1"/>
          </p:cNvSpPr>
          <p:nvPr/>
        </p:nvSpPr>
        <p:spPr>
          <a:xfrm xmlns:a="http://schemas.openxmlformats.org/drawingml/2006/main">
            <a:off x="857250" y="1809750"/>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250" b="1">
                <a:solidFill>
                  <a:srgbClr val="A6A8FF"/>
                </a:solidFill>
                <a:latin typeface="Space Grotesk"/>
                <a:ea typeface="Space Grotesk"/>
                <a:cs typeface="Space Grotesk"/>
              </a:defRPr>
            </a:defPPr>
            <a:lvl1pPr>
              <a:buNone/>
              <a:defRPr sz="2250" b="1">
                <a:solidFill>
                  <a:srgbClr val="A6A8FF"/>
                </a:solidFill>
                <a:latin typeface="Space Grotesk"/>
                <a:ea typeface="Space Grotesk"/>
                <a:cs typeface="Space Grotesk"/>
              </a:defRPr>
            </a:lvl1pPr>
            <a:lvl2pPr>
              <a:buNone/>
              <a:defRPr sz="2250" b="1">
                <a:solidFill>
                  <a:srgbClr val="A6A8FF"/>
                </a:solidFill>
                <a:latin typeface="Space Grotesk"/>
                <a:ea typeface="Space Grotesk"/>
                <a:cs typeface="Space Grotesk"/>
              </a:defRPr>
            </a:lvl2pPr>
            <a:lvl3pPr>
              <a:buNone/>
              <a:defRPr sz="2250" b="1">
                <a:solidFill>
                  <a:srgbClr val="A6A8FF"/>
                </a:solidFill>
                <a:latin typeface="Space Grotesk"/>
                <a:ea typeface="Space Grotesk"/>
                <a:cs typeface="Space Grotesk"/>
              </a:defRPr>
            </a:lvl3pPr>
            <a:lvl4pPr>
              <a:buNone/>
              <a:defRPr sz="2250" b="1">
                <a:solidFill>
                  <a:srgbClr val="A6A8FF"/>
                </a:solidFill>
                <a:latin typeface="Space Grotesk"/>
                <a:ea typeface="Space Grotesk"/>
                <a:cs typeface="Space Grotesk"/>
              </a:defRPr>
            </a:lvl4pPr>
            <a:lvl5pPr>
              <a:buNone/>
              <a:defRPr sz="2250" b="1">
                <a:solidFill>
                  <a:srgbClr val="A6A8FF"/>
                </a:solidFill>
                <a:latin typeface="Space Grotesk"/>
                <a:ea typeface="Space Grotesk"/>
                <a:cs typeface="Space Grotesk"/>
              </a:defRPr>
            </a:lvl5pPr>
            <a:lvl6pPr>
              <a:buNone/>
              <a:defRPr sz="2250" b="1">
                <a:solidFill>
                  <a:srgbClr val="A6A8FF"/>
                </a:solidFill>
                <a:latin typeface="Space Grotesk"/>
                <a:ea typeface="Space Grotesk"/>
                <a:cs typeface="Space Grotesk"/>
              </a:defRPr>
            </a:lvl6pPr>
            <a:lvl7pPr>
              <a:buNone/>
              <a:defRPr sz="2250" b="1">
                <a:solidFill>
                  <a:srgbClr val="A6A8FF"/>
                </a:solidFill>
                <a:latin typeface="Space Grotesk"/>
                <a:ea typeface="Space Grotesk"/>
                <a:cs typeface="Space Grotesk"/>
              </a:defRPr>
            </a:lvl7pPr>
            <a:lvl8pPr>
              <a:buNone/>
              <a:defRPr sz="2250" b="1">
                <a:solidFill>
                  <a:srgbClr val="A6A8FF"/>
                </a:solidFill>
                <a:latin typeface="Space Grotesk"/>
                <a:ea typeface="Space Grotesk"/>
                <a:cs typeface="Space Grotesk"/>
              </a:defRPr>
            </a:lvl8pPr>
            <a:lvl9pPr>
              <a:buNone/>
              <a:defRPr sz="2250" b="1">
                <a:solidFill>
                  <a:srgbClr val="A6A8FF"/>
                </a:solidFill>
                <a:latin typeface="Space Grotesk"/>
                <a:ea typeface="Space Grotesk"/>
                <a:cs typeface="Space Grotesk"/>
              </a:defRPr>
            </a:lvl9pPr>
          </a:lstStyle>
          <a:p xmlns:a="http://schemas.openxmlformats.org/drawingml/2006/main">
            <a:pPr>
              <a:buNone/>
              <a:defRPr sz="2250" b="1">
                <a:solidFill>
                  <a:srgbClr val="A6A8FF"/>
                </a:solidFill>
                <a:latin typeface="Space Grotesk"/>
                <a:ea typeface="Space Grotesk"/>
                <a:cs typeface="Space Grotesk"/>
              </a:defRPr>
            </a:pPr>
            <a:r>
              <a:rPr sz="2250" b="1">
                <a:solidFill>
                  <a:srgbClr val="A6A8FF"/>
                </a:solidFill>
                <a:latin typeface="Space Grotesk"/>
                <a:ea typeface="Space Grotesk"/>
                <a:cs typeface="Space Grotesk"/>
              </a:rPr>
              <a:t>Veilo</a:t>
            </a:r>
          </a:p>
        </p:txBody>
      </p:sp>
      <p:sp>
        <p:nvSpPr>
          <p:cNvPr id="4" name="">
            <a:extLst xmlns:a="http://schemas.openxmlformats.org/drawingml/2006/main">
              <a:ext uri="{FF2B5EF4-FFF2-40B4-BE49-F238E27FC236}">
                <a16:creationId xmlns:a16="http://schemas.microsoft.com/office/drawing/2014/main" id="{28BA3C91-1ADD-482B-BD2C-581EA293BDB6}"/>
              </a:ext>
            </a:extLst>
          </p:cNvPr>
          <p:cNvSpPr>
            <a:spLocks xmlns:a="http://schemas.openxmlformats.org/drawingml/2006/main" noGrp="1"/>
          </p:cNvSpPr>
          <p:nvPr/>
        </p:nvSpPr>
        <p:spPr>
          <a:xfrm xmlns:a="http://schemas.openxmlformats.org/drawingml/2006/main">
            <a:off x="828675" y="2476500"/>
            <a:ext cx="3409950" cy="2914650"/>
          </a:xfrm>
          <a:prstGeom xmlns:a="http://schemas.openxmlformats.org/drawingml/2006/main" prst="roundRect">
            <a:avLst>
              <a:gd name="adj" fmla="val 5229"/>
            </a:avLst>
          </a:prstGeom>
          <a:solidFill xmlns:a="http://schemas.openxmlformats.org/drawingml/2006/main">
            <a:srgbClr val="1B1D26"/>
          </a:solidFill>
          <a:ln xmlns:a="http://schemas.openxmlformats.org/drawingml/2006/main" w="9525">
            <a:solidFill>
              <a:srgbClr val="343745"/>
            </a:solidFill>
          </a:ln>
        </p:spPr>
      </p:sp>
      <p:sp>
        <p:nvSpPr>
          <p:cNvPr id="5" name="Personal agent&#10;workspace">
            <a:extLst xmlns:a="http://schemas.openxmlformats.org/drawingml/2006/main">
              <a:ext uri="{FF2B5EF4-FFF2-40B4-BE49-F238E27FC236}">
                <a16:creationId xmlns:a16="http://schemas.microsoft.com/office/drawing/2014/main" id="{59787EBD-6BF9-4DA8-B5DC-8CAF01A3E724}"/>
              </a:ext>
            </a:extLst>
          </p:cNvPr>
          <p:cNvSpPr>
            <a:spLocks xmlns:a="http://schemas.openxmlformats.org/drawingml/2006/main" noGrp="1"/>
          </p:cNvSpPr>
          <p:nvPr/>
        </p:nvSpPr>
        <p:spPr>
          <a:xfrm xmlns:a="http://schemas.openxmlformats.org/drawingml/2006/main">
            <a:off x="1038225" y="2676525"/>
            <a:ext cx="30099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400" b="1">
                <a:solidFill>
                  <a:srgbClr val="F3F2F7"/>
                </a:solidFill>
                <a:latin typeface="Space Grotesk"/>
                <a:ea typeface="Space Grotesk"/>
                <a:cs typeface="Space Grotesk"/>
              </a:defRPr>
            </a:defPPr>
            <a:lvl1pPr>
              <a:buNone/>
              <a:defRPr sz="2400" b="1">
                <a:solidFill>
                  <a:srgbClr val="F3F2F7"/>
                </a:solidFill>
                <a:latin typeface="Space Grotesk"/>
                <a:ea typeface="Space Grotesk"/>
                <a:cs typeface="Space Grotesk"/>
              </a:defRPr>
            </a:lvl1pPr>
            <a:lvl2pPr>
              <a:buNone/>
              <a:defRPr sz="2400" b="1">
                <a:solidFill>
                  <a:srgbClr val="F3F2F7"/>
                </a:solidFill>
                <a:latin typeface="Space Grotesk"/>
                <a:ea typeface="Space Grotesk"/>
                <a:cs typeface="Space Grotesk"/>
              </a:defRPr>
            </a:lvl2pPr>
            <a:lvl3pPr>
              <a:buNone/>
              <a:defRPr sz="2400" b="1">
                <a:solidFill>
                  <a:srgbClr val="F3F2F7"/>
                </a:solidFill>
                <a:latin typeface="Space Grotesk"/>
                <a:ea typeface="Space Grotesk"/>
                <a:cs typeface="Space Grotesk"/>
              </a:defRPr>
            </a:lvl3pPr>
            <a:lvl4pPr>
              <a:buNone/>
              <a:defRPr sz="2400" b="1">
                <a:solidFill>
                  <a:srgbClr val="F3F2F7"/>
                </a:solidFill>
                <a:latin typeface="Space Grotesk"/>
                <a:ea typeface="Space Grotesk"/>
                <a:cs typeface="Space Grotesk"/>
              </a:defRPr>
            </a:lvl4pPr>
            <a:lvl5pPr>
              <a:buNone/>
              <a:defRPr sz="2400" b="1">
                <a:solidFill>
                  <a:srgbClr val="F3F2F7"/>
                </a:solidFill>
                <a:latin typeface="Space Grotesk"/>
                <a:ea typeface="Space Grotesk"/>
                <a:cs typeface="Space Grotesk"/>
              </a:defRPr>
            </a:lvl5pPr>
            <a:lvl6pPr>
              <a:buNone/>
              <a:defRPr sz="2400" b="1">
                <a:solidFill>
                  <a:srgbClr val="F3F2F7"/>
                </a:solidFill>
                <a:latin typeface="Space Grotesk"/>
                <a:ea typeface="Space Grotesk"/>
                <a:cs typeface="Space Grotesk"/>
              </a:defRPr>
            </a:lvl6pPr>
            <a:lvl7pPr>
              <a:buNone/>
              <a:defRPr sz="2400" b="1">
                <a:solidFill>
                  <a:srgbClr val="F3F2F7"/>
                </a:solidFill>
                <a:latin typeface="Space Grotesk"/>
                <a:ea typeface="Space Grotesk"/>
                <a:cs typeface="Space Grotesk"/>
              </a:defRPr>
            </a:lvl7pPr>
            <a:lvl8pPr>
              <a:buNone/>
              <a:defRPr sz="2400" b="1">
                <a:solidFill>
                  <a:srgbClr val="F3F2F7"/>
                </a:solidFill>
                <a:latin typeface="Space Grotesk"/>
                <a:ea typeface="Space Grotesk"/>
                <a:cs typeface="Space Grotesk"/>
              </a:defRPr>
            </a:lvl8pPr>
            <a:lvl9pPr>
              <a:buNone/>
              <a:defRPr sz="2400" b="1">
                <a:solidFill>
                  <a:srgbClr val="F3F2F7"/>
                </a:solidFill>
                <a:latin typeface="Space Grotesk"/>
                <a:ea typeface="Space Grotesk"/>
                <a:cs typeface="Space Grotesk"/>
              </a:defRPr>
            </a:lvl9pPr>
          </a:lstStyle>
          <a:p xmlns:a="http://schemas.openxmlformats.org/drawingml/2006/main">
            <a:pPr>
              <a:buNone/>
              <a:defRPr sz="2400" b="1">
                <a:solidFill>
                  <a:srgbClr val="F3F2F7"/>
                </a:solidFill>
                <a:latin typeface="Space Grotesk"/>
                <a:ea typeface="Space Grotesk"/>
                <a:cs typeface="Space Grotesk"/>
              </a:defRPr>
            </a:pPr>
            <a:r>
              <a:rPr sz="2400" b="1">
                <a:solidFill>
                  <a:srgbClr val="F3F2F7"/>
                </a:solidFill>
                <a:latin typeface="Space Grotesk"/>
                <a:ea typeface="Space Grotesk"/>
                <a:cs typeface="Space Grotesk"/>
              </a:rPr>
              <a:t>Personal agent</a:t>
            </a:r>
          </a:p>
          <a:p xmlns:a="http://schemas.openxmlformats.org/drawingml/2006/main">
            <a:pPr>
              <a:buNone/>
              <a:defRPr sz="2400" b="1">
                <a:solidFill>
                  <a:srgbClr val="F3F2F7"/>
                </a:solidFill>
                <a:latin typeface="Space Grotesk"/>
                <a:ea typeface="Space Grotesk"/>
                <a:cs typeface="Space Grotesk"/>
              </a:defRPr>
            </a:pPr>
            <a:r>
              <a:rPr sz="2400" b="1">
                <a:solidFill>
                  <a:srgbClr val="F3F2F7"/>
                </a:solidFill>
                <a:latin typeface="Space Grotesk"/>
                <a:ea typeface="Space Grotesk"/>
                <a:cs typeface="Space Grotesk"/>
              </a:rPr>
              <a:t>workspace</a:t>
            </a:r>
          </a:p>
        </p:txBody>
      </p:sp>
      <p:sp>
        <p:nvSpPr>
          <p:cNvPr id="6" name="Create agents and&#10;coordinate their work.">
            <a:extLst xmlns:a="http://schemas.openxmlformats.org/drawingml/2006/main">
              <a:ext uri="{FF2B5EF4-FFF2-40B4-BE49-F238E27FC236}">
                <a16:creationId xmlns:a16="http://schemas.microsoft.com/office/drawing/2014/main" id="{24BE76C4-EDBC-4B79-B428-6F77480C50EE}"/>
              </a:ext>
            </a:extLst>
          </p:cNvPr>
          <p:cNvSpPr>
            <a:spLocks xmlns:a="http://schemas.openxmlformats.org/drawingml/2006/main" noGrp="1"/>
          </p:cNvSpPr>
          <p:nvPr/>
        </p:nvSpPr>
        <p:spPr>
          <a:xfrm xmlns:a="http://schemas.openxmlformats.org/drawingml/2006/main">
            <a:off x="1038225" y="3819525"/>
            <a:ext cx="29908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B6B6C7"/>
                </a:solidFill>
                <a:latin typeface="Inter"/>
                <a:ea typeface="Inter"/>
                <a:cs typeface="Inter"/>
              </a:defRPr>
            </a:defPPr>
            <a:lvl1pPr>
              <a:buNone/>
              <a:defRPr sz="1800" b="0">
                <a:solidFill>
                  <a:srgbClr val="B6B6C7"/>
                </a:solidFill>
                <a:latin typeface="Inter"/>
                <a:ea typeface="Inter"/>
                <a:cs typeface="Inter"/>
              </a:defRPr>
            </a:lvl1pPr>
            <a:lvl2pPr>
              <a:buNone/>
              <a:defRPr sz="1800" b="0">
                <a:solidFill>
                  <a:srgbClr val="B6B6C7"/>
                </a:solidFill>
                <a:latin typeface="Inter"/>
                <a:ea typeface="Inter"/>
                <a:cs typeface="Inter"/>
              </a:defRPr>
            </a:lvl2pPr>
            <a:lvl3pPr>
              <a:buNone/>
              <a:defRPr sz="1800" b="0">
                <a:solidFill>
                  <a:srgbClr val="B6B6C7"/>
                </a:solidFill>
                <a:latin typeface="Inter"/>
                <a:ea typeface="Inter"/>
                <a:cs typeface="Inter"/>
              </a:defRPr>
            </a:lvl3pPr>
            <a:lvl4pPr>
              <a:buNone/>
              <a:defRPr sz="1800" b="0">
                <a:solidFill>
                  <a:srgbClr val="B6B6C7"/>
                </a:solidFill>
                <a:latin typeface="Inter"/>
                <a:ea typeface="Inter"/>
                <a:cs typeface="Inter"/>
              </a:defRPr>
            </a:lvl4pPr>
            <a:lvl5pPr>
              <a:buNone/>
              <a:defRPr sz="1800" b="0">
                <a:solidFill>
                  <a:srgbClr val="B6B6C7"/>
                </a:solidFill>
                <a:latin typeface="Inter"/>
                <a:ea typeface="Inter"/>
                <a:cs typeface="Inter"/>
              </a:defRPr>
            </a:lvl5pPr>
            <a:lvl6pPr>
              <a:buNone/>
              <a:defRPr sz="1800" b="0">
                <a:solidFill>
                  <a:srgbClr val="B6B6C7"/>
                </a:solidFill>
                <a:latin typeface="Inter"/>
                <a:ea typeface="Inter"/>
                <a:cs typeface="Inter"/>
              </a:defRPr>
            </a:lvl6pPr>
            <a:lvl7pPr>
              <a:buNone/>
              <a:defRPr sz="1800" b="0">
                <a:solidFill>
                  <a:srgbClr val="B6B6C7"/>
                </a:solidFill>
                <a:latin typeface="Inter"/>
                <a:ea typeface="Inter"/>
                <a:cs typeface="Inter"/>
              </a:defRPr>
            </a:lvl7pPr>
            <a:lvl8pPr>
              <a:buNone/>
              <a:defRPr sz="1800" b="0">
                <a:solidFill>
                  <a:srgbClr val="B6B6C7"/>
                </a:solidFill>
                <a:latin typeface="Inter"/>
                <a:ea typeface="Inter"/>
                <a:cs typeface="Inter"/>
              </a:defRPr>
            </a:lvl8pPr>
            <a:lvl9pPr>
              <a:buNone/>
              <a:defRPr sz="1800" b="0">
                <a:solidFill>
                  <a:srgbClr val="B6B6C7"/>
                </a:solidFill>
                <a:latin typeface="Inter"/>
                <a:ea typeface="Inter"/>
                <a:cs typeface="Inter"/>
              </a:defRPr>
            </a:lvl9pPr>
          </a:lstStyle>
          <a:p xmlns:a="http://schemas.openxmlformats.org/drawingml/2006/main">
            <a:pPr>
              <a:buNone/>
              <a:defRPr sz="1800" b="0">
                <a:solidFill>
                  <a:srgbClr val="B6B6C7"/>
                </a:solidFill>
                <a:latin typeface="Inter"/>
                <a:ea typeface="Inter"/>
                <a:cs typeface="Inter"/>
              </a:defRPr>
            </a:pPr>
            <a:r>
              <a:rPr sz="1800" b="0">
                <a:solidFill>
                  <a:srgbClr val="B6B6C7"/>
                </a:solidFill>
                <a:latin typeface="Inter"/>
                <a:ea typeface="Inter"/>
                <a:cs typeface="Inter"/>
              </a:rPr>
              <a:t>Create agents and</a:t>
            </a:r>
          </a:p>
          <a:p xmlns:a="http://schemas.openxmlformats.org/drawingml/2006/main">
            <a:pPr>
              <a:buNone/>
              <a:defRPr sz="1800" b="0">
                <a:solidFill>
                  <a:srgbClr val="B6B6C7"/>
                </a:solidFill>
                <a:latin typeface="Inter"/>
                <a:ea typeface="Inter"/>
                <a:cs typeface="Inter"/>
              </a:defRPr>
            </a:pPr>
            <a:r>
              <a:rPr sz="1800" b="0">
                <a:solidFill>
                  <a:srgbClr val="B6B6C7"/>
                </a:solidFill>
                <a:latin typeface="Inter"/>
                <a:ea typeface="Inter"/>
                <a:cs typeface="Inter"/>
              </a:rPr>
              <a:t>coordinate their work.</a:t>
            </a:r>
          </a:p>
          <a:p xmlns:a="http://schemas.openxmlformats.org/drawingml/2006/main">
            <a:r>
              <a:t/>
            </a:r>
          </a:p>
          <a:p xmlns:a="http://schemas.openxmlformats.org/drawingml/2006/main">
            <a:pPr>
              <a:buNone/>
              <a:defRPr sz="1800" b="0">
                <a:solidFill>
                  <a:srgbClr val="B6B6C7"/>
                </a:solidFill>
                <a:latin typeface="Inter"/>
                <a:ea typeface="Inter"/>
                <a:cs typeface="Inter"/>
              </a:defRPr>
            </a:pPr>
            <a:r>
              <a:rPr sz="1800" b="0">
                <a:solidFill>
                  <a:srgbClr val="B6B6C7"/>
                </a:solidFill>
                <a:latin typeface="Inter"/>
                <a:ea typeface="Inter"/>
                <a:cs typeface="Inter"/>
              </a:rPr>
              <a:t>Review results and activity.</a:t>
            </a:r>
          </a:p>
        </p:txBody>
      </p:sp>
      <p:sp>
        <p:nvSpPr>
          <p:cNvPr id="7" name="">
            <a:extLst xmlns:a="http://schemas.openxmlformats.org/drawingml/2006/main">
              <a:ext uri="{FF2B5EF4-FFF2-40B4-BE49-F238E27FC236}">
                <a16:creationId xmlns:a16="http://schemas.microsoft.com/office/drawing/2014/main" id="{BA03B682-FF35-42F5-8596-7B8411476A89}"/>
              </a:ext>
            </a:extLst>
          </p:cNvPr>
          <p:cNvSpPr>
            <a:spLocks xmlns:a="http://schemas.openxmlformats.org/drawingml/2006/main" noGrp="1"/>
          </p:cNvSpPr>
          <p:nvPr/>
        </p:nvSpPr>
        <p:spPr>
          <a:xfrm xmlns:a="http://schemas.openxmlformats.org/drawingml/2006/main">
            <a:off x="4467225" y="2476500"/>
            <a:ext cx="3409950" cy="2914650"/>
          </a:xfrm>
          <a:prstGeom xmlns:a="http://schemas.openxmlformats.org/drawingml/2006/main" prst="roundRect">
            <a:avLst>
              <a:gd name="adj" fmla="val 5229"/>
            </a:avLst>
          </a:prstGeom>
          <a:solidFill xmlns:a="http://schemas.openxmlformats.org/drawingml/2006/main">
            <a:srgbClr val="1B1D26"/>
          </a:solidFill>
          <a:ln xmlns:a="http://schemas.openxmlformats.org/drawingml/2006/main" w="9525">
            <a:solidFill>
              <a:srgbClr val="343745"/>
            </a:solidFill>
          </a:ln>
        </p:spPr>
      </p:sp>
      <p:sp>
        <p:nvSpPr>
          <p:cNvPr id="8" name="Private on-chain&#10;payments">
            <a:extLst xmlns:a="http://schemas.openxmlformats.org/drawingml/2006/main">
              <a:ext uri="{FF2B5EF4-FFF2-40B4-BE49-F238E27FC236}">
                <a16:creationId xmlns:a16="http://schemas.microsoft.com/office/drawing/2014/main" id="{6E05BD88-0636-452F-8B6E-F9F5922A7C62}"/>
              </a:ext>
            </a:extLst>
          </p:cNvPr>
          <p:cNvSpPr>
            <a:spLocks xmlns:a="http://schemas.openxmlformats.org/drawingml/2006/main" noGrp="1"/>
          </p:cNvSpPr>
          <p:nvPr/>
        </p:nvSpPr>
        <p:spPr>
          <a:xfrm xmlns:a="http://schemas.openxmlformats.org/drawingml/2006/main">
            <a:off x="4676775" y="2676525"/>
            <a:ext cx="30099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400" b="1">
                <a:solidFill>
                  <a:srgbClr val="F3F2F7"/>
                </a:solidFill>
                <a:latin typeface="Space Grotesk"/>
                <a:ea typeface="Space Grotesk"/>
                <a:cs typeface="Space Grotesk"/>
              </a:defRPr>
            </a:defPPr>
            <a:lvl1pPr>
              <a:buNone/>
              <a:defRPr sz="2400" b="1">
                <a:solidFill>
                  <a:srgbClr val="F3F2F7"/>
                </a:solidFill>
                <a:latin typeface="Space Grotesk"/>
                <a:ea typeface="Space Grotesk"/>
                <a:cs typeface="Space Grotesk"/>
              </a:defRPr>
            </a:lvl1pPr>
            <a:lvl2pPr>
              <a:buNone/>
              <a:defRPr sz="2400" b="1">
                <a:solidFill>
                  <a:srgbClr val="F3F2F7"/>
                </a:solidFill>
                <a:latin typeface="Space Grotesk"/>
                <a:ea typeface="Space Grotesk"/>
                <a:cs typeface="Space Grotesk"/>
              </a:defRPr>
            </a:lvl2pPr>
            <a:lvl3pPr>
              <a:buNone/>
              <a:defRPr sz="2400" b="1">
                <a:solidFill>
                  <a:srgbClr val="F3F2F7"/>
                </a:solidFill>
                <a:latin typeface="Space Grotesk"/>
                <a:ea typeface="Space Grotesk"/>
                <a:cs typeface="Space Grotesk"/>
              </a:defRPr>
            </a:lvl3pPr>
            <a:lvl4pPr>
              <a:buNone/>
              <a:defRPr sz="2400" b="1">
                <a:solidFill>
                  <a:srgbClr val="F3F2F7"/>
                </a:solidFill>
                <a:latin typeface="Space Grotesk"/>
                <a:ea typeface="Space Grotesk"/>
                <a:cs typeface="Space Grotesk"/>
              </a:defRPr>
            </a:lvl4pPr>
            <a:lvl5pPr>
              <a:buNone/>
              <a:defRPr sz="2400" b="1">
                <a:solidFill>
                  <a:srgbClr val="F3F2F7"/>
                </a:solidFill>
                <a:latin typeface="Space Grotesk"/>
                <a:ea typeface="Space Grotesk"/>
                <a:cs typeface="Space Grotesk"/>
              </a:defRPr>
            </a:lvl5pPr>
            <a:lvl6pPr>
              <a:buNone/>
              <a:defRPr sz="2400" b="1">
                <a:solidFill>
                  <a:srgbClr val="F3F2F7"/>
                </a:solidFill>
                <a:latin typeface="Space Grotesk"/>
                <a:ea typeface="Space Grotesk"/>
                <a:cs typeface="Space Grotesk"/>
              </a:defRPr>
            </a:lvl6pPr>
            <a:lvl7pPr>
              <a:buNone/>
              <a:defRPr sz="2400" b="1">
                <a:solidFill>
                  <a:srgbClr val="F3F2F7"/>
                </a:solidFill>
                <a:latin typeface="Space Grotesk"/>
                <a:ea typeface="Space Grotesk"/>
                <a:cs typeface="Space Grotesk"/>
              </a:defRPr>
            </a:lvl7pPr>
            <a:lvl8pPr>
              <a:buNone/>
              <a:defRPr sz="2400" b="1">
                <a:solidFill>
                  <a:srgbClr val="F3F2F7"/>
                </a:solidFill>
                <a:latin typeface="Space Grotesk"/>
                <a:ea typeface="Space Grotesk"/>
                <a:cs typeface="Space Grotesk"/>
              </a:defRPr>
            </a:lvl8pPr>
            <a:lvl9pPr>
              <a:buNone/>
              <a:defRPr sz="2400" b="1">
                <a:solidFill>
                  <a:srgbClr val="F3F2F7"/>
                </a:solidFill>
                <a:latin typeface="Space Grotesk"/>
                <a:ea typeface="Space Grotesk"/>
                <a:cs typeface="Space Grotesk"/>
              </a:defRPr>
            </a:lvl9pPr>
          </a:lstStyle>
          <a:p xmlns:a="http://schemas.openxmlformats.org/drawingml/2006/main">
            <a:pPr>
              <a:buNone/>
              <a:defRPr sz="2400" b="1">
                <a:solidFill>
                  <a:srgbClr val="F3F2F7"/>
                </a:solidFill>
                <a:latin typeface="Space Grotesk"/>
                <a:ea typeface="Space Grotesk"/>
                <a:cs typeface="Space Grotesk"/>
              </a:defRPr>
            </a:pPr>
            <a:r>
              <a:rPr sz="2400" b="1">
                <a:solidFill>
                  <a:srgbClr val="F3F2F7"/>
                </a:solidFill>
                <a:latin typeface="Space Grotesk"/>
                <a:ea typeface="Space Grotesk"/>
                <a:cs typeface="Space Grotesk"/>
              </a:rPr>
              <a:t>Private on-chain</a:t>
            </a:r>
          </a:p>
          <a:p xmlns:a="http://schemas.openxmlformats.org/drawingml/2006/main">
            <a:pPr>
              <a:buNone/>
              <a:defRPr sz="2400" b="1">
                <a:solidFill>
                  <a:srgbClr val="F3F2F7"/>
                </a:solidFill>
                <a:latin typeface="Space Grotesk"/>
                <a:ea typeface="Space Grotesk"/>
                <a:cs typeface="Space Grotesk"/>
              </a:defRPr>
            </a:pPr>
            <a:r>
              <a:rPr sz="2400" b="1">
                <a:solidFill>
                  <a:srgbClr val="F3F2F7"/>
                </a:solidFill>
                <a:latin typeface="Space Grotesk"/>
                <a:ea typeface="Space Grotesk"/>
                <a:cs typeface="Space Grotesk"/>
              </a:rPr>
              <a:t>payments</a:t>
            </a:r>
          </a:p>
        </p:txBody>
      </p:sp>
      <p:sp>
        <p:nvSpPr>
          <p:cNvPr id="9" name="Pay approved services&#10;using ZK pool with">
            <a:extLst xmlns:a="http://schemas.openxmlformats.org/drawingml/2006/main">
              <a:ext uri="{FF2B5EF4-FFF2-40B4-BE49-F238E27FC236}">
                <a16:creationId xmlns:a16="http://schemas.microsoft.com/office/drawing/2014/main" id="{B500AA42-217F-4526-9E07-133DB105A01F}"/>
              </a:ext>
            </a:extLst>
          </p:cNvPr>
          <p:cNvSpPr>
            <a:spLocks xmlns:a="http://schemas.openxmlformats.org/drawingml/2006/main" noGrp="1"/>
          </p:cNvSpPr>
          <p:nvPr/>
        </p:nvSpPr>
        <p:spPr>
          <a:xfrm xmlns:a="http://schemas.openxmlformats.org/drawingml/2006/main">
            <a:off x="4676775" y="3819525"/>
            <a:ext cx="29908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B6B6C7"/>
                </a:solidFill>
                <a:latin typeface="Inter"/>
                <a:ea typeface="Inter"/>
                <a:cs typeface="Inter"/>
              </a:defRPr>
            </a:defPPr>
            <a:lvl1pPr>
              <a:buNone/>
              <a:defRPr sz="1800" b="0">
                <a:solidFill>
                  <a:srgbClr val="B6B6C7"/>
                </a:solidFill>
                <a:latin typeface="Inter"/>
                <a:ea typeface="Inter"/>
                <a:cs typeface="Inter"/>
              </a:defRPr>
            </a:lvl1pPr>
            <a:lvl2pPr>
              <a:buNone/>
              <a:defRPr sz="1800" b="0">
                <a:solidFill>
                  <a:srgbClr val="B6B6C7"/>
                </a:solidFill>
                <a:latin typeface="Inter"/>
                <a:ea typeface="Inter"/>
                <a:cs typeface="Inter"/>
              </a:defRPr>
            </a:lvl2pPr>
            <a:lvl3pPr>
              <a:buNone/>
              <a:defRPr sz="1800" b="0">
                <a:solidFill>
                  <a:srgbClr val="B6B6C7"/>
                </a:solidFill>
                <a:latin typeface="Inter"/>
                <a:ea typeface="Inter"/>
                <a:cs typeface="Inter"/>
              </a:defRPr>
            </a:lvl3pPr>
            <a:lvl4pPr>
              <a:buNone/>
              <a:defRPr sz="1800" b="0">
                <a:solidFill>
                  <a:srgbClr val="B6B6C7"/>
                </a:solidFill>
                <a:latin typeface="Inter"/>
                <a:ea typeface="Inter"/>
                <a:cs typeface="Inter"/>
              </a:defRPr>
            </a:lvl4pPr>
            <a:lvl5pPr>
              <a:buNone/>
              <a:defRPr sz="1800" b="0">
                <a:solidFill>
                  <a:srgbClr val="B6B6C7"/>
                </a:solidFill>
                <a:latin typeface="Inter"/>
                <a:ea typeface="Inter"/>
                <a:cs typeface="Inter"/>
              </a:defRPr>
            </a:lvl5pPr>
            <a:lvl6pPr>
              <a:buNone/>
              <a:defRPr sz="1800" b="0">
                <a:solidFill>
                  <a:srgbClr val="B6B6C7"/>
                </a:solidFill>
                <a:latin typeface="Inter"/>
                <a:ea typeface="Inter"/>
                <a:cs typeface="Inter"/>
              </a:defRPr>
            </a:lvl6pPr>
            <a:lvl7pPr>
              <a:buNone/>
              <a:defRPr sz="1800" b="0">
                <a:solidFill>
                  <a:srgbClr val="B6B6C7"/>
                </a:solidFill>
                <a:latin typeface="Inter"/>
                <a:ea typeface="Inter"/>
                <a:cs typeface="Inter"/>
              </a:defRPr>
            </a:lvl7pPr>
            <a:lvl8pPr>
              <a:buNone/>
              <a:defRPr sz="1800" b="0">
                <a:solidFill>
                  <a:srgbClr val="B6B6C7"/>
                </a:solidFill>
                <a:latin typeface="Inter"/>
                <a:ea typeface="Inter"/>
                <a:cs typeface="Inter"/>
              </a:defRPr>
            </a:lvl8pPr>
            <a:lvl9pPr>
              <a:buNone/>
              <a:defRPr sz="1800" b="0">
                <a:solidFill>
                  <a:srgbClr val="B6B6C7"/>
                </a:solidFill>
                <a:latin typeface="Inter"/>
                <a:ea typeface="Inter"/>
                <a:cs typeface="Inter"/>
              </a:defRPr>
            </a:lvl9pPr>
          </a:lstStyle>
          <a:p xmlns:a="http://schemas.openxmlformats.org/drawingml/2006/main">
            <a:pPr>
              <a:buNone/>
              <a:defRPr sz="1800" b="0">
                <a:solidFill>
                  <a:srgbClr val="B6B6C7"/>
                </a:solidFill>
                <a:latin typeface="Inter"/>
                <a:ea typeface="Inter"/>
                <a:cs typeface="Inter"/>
              </a:defRPr>
            </a:pPr>
            <a:r>
              <a:rPr sz="1800" b="0">
                <a:solidFill>
                  <a:srgbClr val="B6B6C7"/>
                </a:solidFill>
                <a:latin typeface="Inter"/>
                <a:ea typeface="Inter"/>
                <a:cs typeface="Inter"/>
              </a:rPr>
              <a:t>Pay approved services</a:t>
            </a:r>
          </a:p>
          <a:p xmlns:a="http://schemas.openxmlformats.org/drawingml/2006/main">
            <a:pPr>
              <a:buNone/>
              <a:defRPr sz="1800" b="0">
                <a:solidFill>
                  <a:srgbClr val="B6B6C7"/>
                </a:solidFill>
                <a:latin typeface="Inter"/>
                <a:ea typeface="Inter"/>
                <a:cs typeface="Inter"/>
              </a:defRPr>
            </a:pPr>
            <a:r>
              <a:rPr sz="1800" b="0">
                <a:solidFill>
                  <a:srgbClr val="B6B6C7"/>
                </a:solidFill>
                <a:latin typeface="Inter"/>
                <a:ea typeface="Inter"/>
                <a:cs typeface="Inter"/>
              </a:rPr>
              <a:t>using ZK pool withdrawals.</a:t>
            </a:r>
          </a:p>
          <a:p xmlns:a="http://schemas.openxmlformats.org/drawingml/2006/main">
            <a:r>
              <a:t/>
            </a:r>
          </a:p>
          <a:p xmlns:a="http://schemas.openxmlformats.org/drawingml/2006/main">
            <a:pPr>
              <a:buNone/>
              <a:defRPr sz="1800" b="0">
                <a:solidFill>
                  <a:srgbClr val="B6B6C7"/>
                </a:solidFill>
                <a:latin typeface="Inter"/>
                <a:ea typeface="Inter"/>
                <a:cs typeface="Inter"/>
              </a:defRPr>
            </a:pPr>
            <a:r>
              <a:rPr sz="1800" b="0">
                <a:solidFill>
                  <a:srgbClr val="B6B6C7"/>
                </a:solidFill>
                <a:latin typeface="Inter"/>
                <a:ea typeface="Inter"/>
                <a:cs typeface="Inter"/>
              </a:rPr>
              <a:t>Retain spending controls.</a:t>
            </a:r>
          </a:p>
        </p:txBody>
      </p:sp>
      <p:sp>
        <p:nvSpPr>
          <p:cNvPr id="10" name="">
            <a:extLst xmlns:a="http://schemas.openxmlformats.org/drawingml/2006/main">
              <a:ext uri="{FF2B5EF4-FFF2-40B4-BE49-F238E27FC236}">
                <a16:creationId xmlns:a16="http://schemas.microsoft.com/office/drawing/2014/main" id="{2C70BA1F-BA21-4A57-8682-C30A392EC7D1}"/>
              </a:ext>
            </a:extLst>
          </p:cNvPr>
          <p:cNvSpPr>
            <a:spLocks xmlns:a="http://schemas.openxmlformats.org/drawingml/2006/main" noGrp="1"/>
          </p:cNvSpPr>
          <p:nvPr/>
        </p:nvSpPr>
        <p:spPr>
          <a:xfrm xmlns:a="http://schemas.openxmlformats.org/drawingml/2006/main">
            <a:off x="8105775" y="2476500"/>
            <a:ext cx="3409950" cy="2914650"/>
          </a:xfrm>
          <a:prstGeom xmlns:a="http://schemas.openxmlformats.org/drawingml/2006/main" prst="roundRect">
            <a:avLst>
              <a:gd name="adj" fmla="val 5229"/>
            </a:avLst>
          </a:prstGeom>
          <a:solidFill xmlns:a="http://schemas.openxmlformats.org/drawingml/2006/main">
            <a:srgbClr val="1B1D26"/>
          </a:solidFill>
          <a:ln xmlns:a="http://schemas.openxmlformats.org/drawingml/2006/main" w="9525">
            <a:solidFill>
              <a:srgbClr val="343745"/>
            </a:solidFill>
          </a:ln>
        </p:spPr>
      </p:sp>
      <p:sp>
        <p:nvSpPr>
          <p:cNvPr id="11" name="Agent&#10;marketplace">
            <a:extLst xmlns:a="http://schemas.openxmlformats.org/drawingml/2006/main">
              <a:ext uri="{FF2B5EF4-FFF2-40B4-BE49-F238E27FC236}">
                <a16:creationId xmlns:a16="http://schemas.microsoft.com/office/drawing/2014/main" id="{28401C46-04C0-4A64-800B-14F19F5A2DC7}"/>
              </a:ext>
            </a:extLst>
          </p:cNvPr>
          <p:cNvSpPr>
            <a:spLocks xmlns:a="http://schemas.openxmlformats.org/drawingml/2006/main" noGrp="1"/>
          </p:cNvSpPr>
          <p:nvPr/>
        </p:nvSpPr>
        <p:spPr>
          <a:xfrm xmlns:a="http://schemas.openxmlformats.org/drawingml/2006/main">
            <a:off x="8315325" y="2676525"/>
            <a:ext cx="30099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400" b="1">
                <a:solidFill>
                  <a:srgbClr val="F3F2F7"/>
                </a:solidFill>
                <a:latin typeface="Space Grotesk"/>
                <a:ea typeface="Space Grotesk"/>
                <a:cs typeface="Space Grotesk"/>
              </a:defRPr>
            </a:defPPr>
            <a:lvl1pPr>
              <a:buNone/>
              <a:defRPr sz="2400" b="1">
                <a:solidFill>
                  <a:srgbClr val="F3F2F7"/>
                </a:solidFill>
                <a:latin typeface="Space Grotesk"/>
                <a:ea typeface="Space Grotesk"/>
                <a:cs typeface="Space Grotesk"/>
              </a:defRPr>
            </a:lvl1pPr>
            <a:lvl2pPr>
              <a:buNone/>
              <a:defRPr sz="2400" b="1">
                <a:solidFill>
                  <a:srgbClr val="F3F2F7"/>
                </a:solidFill>
                <a:latin typeface="Space Grotesk"/>
                <a:ea typeface="Space Grotesk"/>
                <a:cs typeface="Space Grotesk"/>
              </a:defRPr>
            </a:lvl2pPr>
            <a:lvl3pPr>
              <a:buNone/>
              <a:defRPr sz="2400" b="1">
                <a:solidFill>
                  <a:srgbClr val="F3F2F7"/>
                </a:solidFill>
                <a:latin typeface="Space Grotesk"/>
                <a:ea typeface="Space Grotesk"/>
                <a:cs typeface="Space Grotesk"/>
              </a:defRPr>
            </a:lvl3pPr>
            <a:lvl4pPr>
              <a:buNone/>
              <a:defRPr sz="2400" b="1">
                <a:solidFill>
                  <a:srgbClr val="F3F2F7"/>
                </a:solidFill>
                <a:latin typeface="Space Grotesk"/>
                <a:ea typeface="Space Grotesk"/>
                <a:cs typeface="Space Grotesk"/>
              </a:defRPr>
            </a:lvl4pPr>
            <a:lvl5pPr>
              <a:buNone/>
              <a:defRPr sz="2400" b="1">
                <a:solidFill>
                  <a:srgbClr val="F3F2F7"/>
                </a:solidFill>
                <a:latin typeface="Space Grotesk"/>
                <a:ea typeface="Space Grotesk"/>
                <a:cs typeface="Space Grotesk"/>
              </a:defRPr>
            </a:lvl5pPr>
            <a:lvl6pPr>
              <a:buNone/>
              <a:defRPr sz="2400" b="1">
                <a:solidFill>
                  <a:srgbClr val="F3F2F7"/>
                </a:solidFill>
                <a:latin typeface="Space Grotesk"/>
                <a:ea typeface="Space Grotesk"/>
                <a:cs typeface="Space Grotesk"/>
              </a:defRPr>
            </a:lvl6pPr>
            <a:lvl7pPr>
              <a:buNone/>
              <a:defRPr sz="2400" b="1">
                <a:solidFill>
                  <a:srgbClr val="F3F2F7"/>
                </a:solidFill>
                <a:latin typeface="Space Grotesk"/>
                <a:ea typeface="Space Grotesk"/>
                <a:cs typeface="Space Grotesk"/>
              </a:defRPr>
            </a:lvl7pPr>
            <a:lvl8pPr>
              <a:buNone/>
              <a:defRPr sz="2400" b="1">
                <a:solidFill>
                  <a:srgbClr val="F3F2F7"/>
                </a:solidFill>
                <a:latin typeface="Space Grotesk"/>
                <a:ea typeface="Space Grotesk"/>
                <a:cs typeface="Space Grotesk"/>
              </a:defRPr>
            </a:lvl8pPr>
            <a:lvl9pPr>
              <a:buNone/>
              <a:defRPr sz="2400" b="1">
                <a:solidFill>
                  <a:srgbClr val="F3F2F7"/>
                </a:solidFill>
                <a:latin typeface="Space Grotesk"/>
                <a:ea typeface="Space Grotesk"/>
                <a:cs typeface="Space Grotesk"/>
              </a:defRPr>
            </a:lvl9pPr>
          </a:lstStyle>
          <a:p xmlns:a="http://schemas.openxmlformats.org/drawingml/2006/main">
            <a:pPr>
              <a:buNone/>
              <a:defRPr sz="2400" b="1">
                <a:solidFill>
                  <a:srgbClr val="F3F2F7"/>
                </a:solidFill>
                <a:latin typeface="Space Grotesk"/>
                <a:ea typeface="Space Grotesk"/>
                <a:cs typeface="Space Grotesk"/>
              </a:defRPr>
            </a:pPr>
            <a:r>
              <a:rPr sz="2400" b="1">
                <a:solidFill>
                  <a:srgbClr val="F3F2F7"/>
                </a:solidFill>
                <a:latin typeface="Space Grotesk"/>
                <a:ea typeface="Space Grotesk"/>
                <a:cs typeface="Space Grotesk"/>
              </a:rPr>
              <a:t>Agent</a:t>
            </a:r>
          </a:p>
          <a:p xmlns:a="http://schemas.openxmlformats.org/drawingml/2006/main">
            <a:pPr>
              <a:buNone/>
              <a:defRPr sz="2400" b="1">
                <a:solidFill>
                  <a:srgbClr val="F3F2F7"/>
                </a:solidFill>
                <a:latin typeface="Space Grotesk"/>
                <a:ea typeface="Space Grotesk"/>
                <a:cs typeface="Space Grotesk"/>
              </a:defRPr>
            </a:pPr>
            <a:r>
              <a:rPr sz="2400" b="1">
                <a:solidFill>
                  <a:srgbClr val="F3F2F7"/>
                </a:solidFill>
                <a:latin typeface="Space Grotesk"/>
                <a:ea typeface="Space Grotesk"/>
                <a:cs typeface="Space Grotesk"/>
              </a:rPr>
              <a:t>marketplace</a:t>
            </a:r>
          </a:p>
        </p:txBody>
      </p:sp>
      <p:sp>
        <p:nvSpPr>
          <p:cNvPr id="12" name="Hire specialists and run&#10;reusable workfl">
            <a:extLst xmlns:a="http://schemas.openxmlformats.org/drawingml/2006/main">
              <a:ext uri="{FF2B5EF4-FFF2-40B4-BE49-F238E27FC236}">
                <a16:creationId xmlns:a16="http://schemas.microsoft.com/office/drawing/2014/main" id="{3754AB24-E84D-434B-B3C8-E013FF422BD4}"/>
              </a:ext>
            </a:extLst>
          </p:cNvPr>
          <p:cNvSpPr>
            <a:spLocks xmlns:a="http://schemas.openxmlformats.org/drawingml/2006/main" noGrp="1"/>
          </p:cNvSpPr>
          <p:nvPr/>
        </p:nvSpPr>
        <p:spPr>
          <a:xfrm xmlns:a="http://schemas.openxmlformats.org/drawingml/2006/main">
            <a:off x="8315325" y="3819525"/>
            <a:ext cx="29908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B6B6C7"/>
                </a:solidFill>
                <a:latin typeface="Inter"/>
                <a:ea typeface="Inter"/>
                <a:cs typeface="Inter"/>
              </a:defRPr>
            </a:defPPr>
            <a:lvl1pPr>
              <a:buNone/>
              <a:defRPr sz="1800" b="0">
                <a:solidFill>
                  <a:srgbClr val="B6B6C7"/>
                </a:solidFill>
                <a:latin typeface="Inter"/>
                <a:ea typeface="Inter"/>
                <a:cs typeface="Inter"/>
              </a:defRPr>
            </a:lvl1pPr>
            <a:lvl2pPr>
              <a:buNone/>
              <a:defRPr sz="1800" b="0">
                <a:solidFill>
                  <a:srgbClr val="B6B6C7"/>
                </a:solidFill>
                <a:latin typeface="Inter"/>
                <a:ea typeface="Inter"/>
                <a:cs typeface="Inter"/>
              </a:defRPr>
            </a:lvl2pPr>
            <a:lvl3pPr>
              <a:buNone/>
              <a:defRPr sz="1800" b="0">
                <a:solidFill>
                  <a:srgbClr val="B6B6C7"/>
                </a:solidFill>
                <a:latin typeface="Inter"/>
                <a:ea typeface="Inter"/>
                <a:cs typeface="Inter"/>
              </a:defRPr>
            </a:lvl3pPr>
            <a:lvl4pPr>
              <a:buNone/>
              <a:defRPr sz="1800" b="0">
                <a:solidFill>
                  <a:srgbClr val="B6B6C7"/>
                </a:solidFill>
                <a:latin typeface="Inter"/>
                <a:ea typeface="Inter"/>
                <a:cs typeface="Inter"/>
              </a:defRPr>
            </a:lvl4pPr>
            <a:lvl5pPr>
              <a:buNone/>
              <a:defRPr sz="1800" b="0">
                <a:solidFill>
                  <a:srgbClr val="B6B6C7"/>
                </a:solidFill>
                <a:latin typeface="Inter"/>
                <a:ea typeface="Inter"/>
                <a:cs typeface="Inter"/>
              </a:defRPr>
            </a:lvl5pPr>
            <a:lvl6pPr>
              <a:buNone/>
              <a:defRPr sz="1800" b="0">
                <a:solidFill>
                  <a:srgbClr val="B6B6C7"/>
                </a:solidFill>
                <a:latin typeface="Inter"/>
                <a:ea typeface="Inter"/>
                <a:cs typeface="Inter"/>
              </a:defRPr>
            </a:lvl6pPr>
            <a:lvl7pPr>
              <a:buNone/>
              <a:defRPr sz="1800" b="0">
                <a:solidFill>
                  <a:srgbClr val="B6B6C7"/>
                </a:solidFill>
                <a:latin typeface="Inter"/>
                <a:ea typeface="Inter"/>
                <a:cs typeface="Inter"/>
              </a:defRPr>
            </a:lvl7pPr>
            <a:lvl8pPr>
              <a:buNone/>
              <a:defRPr sz="1800" b="0">
                <a:solidFill>
                  <a:srgbClr val="B6B6C7"/>
                </a:solidFill>
                <a:latin typeface="Inter"/>
                <a:ea typeface="Inter"/>
                <a:cs typeface="Inter"/>
              </a:defRPr>
            </a:lvl8pPr>
            <a:lvl9pPr>
              <a:buNone/>
              <a:defRPr sz="1800" b="0">
                <a:solidFill>
                  <a:srgbClr val="B6B6C7"/>
                </a:solidFill>
                <a:latin typeface="Inter"/>
                <a:ea typeface="Inter"/>
                <a:cs typeface="Inter"/>
              </a:defRPr>
            </a:lvl9pPr>
          </a:lstStyle>
          <a:p xmlns:a="http://schemas.openxmlformats.org/drawingml/2006/main">
            <a:pPr>
              <a:buNone/>
              <a:defRPr sz="1800" b="0">
                <a:solidFill>
                  <a:srgbClr val="B6B6C7"/>
                </a:solidFill>
                <a:latin typeface="Inter"/>
                <a:ea typeface="Inter"/>
                <a:cs typeface="Inter"/>
              </a:defRPr>
            </a:pPr>
            <a:r>
              <a:rPr sz="1800" b="0">
                <a:solidFill>
                  <a:srgbClr val="B6B6C7"/>
                </a:solidFill>
                <a:latin typeface="Inter"/>
                <a:ea typeface="Inter"/>
                <a:cs typeface="Inter"/>
              </a:rPr>
              <a:t>Hire specialists and run</a:t>
            </a:r>
          </a:p>
          <a:p xmlns:a="http://schemas.openxmlformats.org/drawingml/2006/main">
            <a:pPr>
              <a:buNone/>
              <a:defRPr sz="1800" b="0">
                <a:solidFill>
                  <a:srgbClr val="B6B6C7"/>
                </a:solidFill>
                <a:latin typeface="Inter"/>
                <a:ea typeface="Inter"/>
                <a:cs typeface="Inter"/>
              </a:defRPr>
            </a:pPr>
            <a:r>
              <a:rPr sz="1800" b="0">
                <a:solidFill>
                  <a:srgbClr val="B6B6C7"/>
                </a:solidFill>
                <a:latin typeface="Inter"/>
                <a:ea typeface="Inter"/>
                <a:cs typeface="Inter"/>
              </a:rPr>
              <a:t>reusable workflows.</a:t>
            </a:r>
          </a:p>
          <a:p xmlns:a="http://schemas.openxmlformats.org/drawingml/2006/main">
            <a:r>
              <a:t/>
            </a:r>
          </a:p>
          <a:p xmlns:a="http://schemas.openxmlformats.org/drawingml/2006/main">
            <a:pPr>
              <a:buNone/>
              <a:defRPr sz="1800" b="0">
                <a:solidFill>
                  <a:srgbClr val="B6B6C7"/>
                </a:solidFill>
                <a:latin typeface="Inter"/>
                <a:ea typeface="Inter"/>
                <a:cs typeface="Inter"/>
              </a:defRPr>
            </a:pPr>
            <a:r>
              <a:rPr sz="1800" b="0">
                <a:solidFill>
                  <a:srgbClr val="B6B6C7"/>
                </a:solidFill>
                <a:latin typeface="Inter"/>
                <a:ea typeface="Inter"/>
                <a:cs typeface="Inter"/>
              </a:rPr>
              <a:t>Automate within owner grants.</a:t>
            </a:r>
          </a:p>
        </p:txBody>
      </p:sp>
      <p:sp>
        <p:nvSpPr>
          <p:cNvPr id="13" name="One workspace connects delegated work, p">
            <a:extLst xmlns:a="http://schemas.openxmlformats.org/drawingml/2006/main">
              <a:ext uri="{FF2B5EF4-FFF2-40B4-BE49-F238E27FC236}">
                <a16:creationId xmlns:a16="http://schemas.microsoft.com/office/drawing/2014/main" id="{CC90CF7F-D114-4E03-BB80-741E7C492EC3}"/>
              </a:ext>
            </a:extLst>
          </p:cNvPr>
          <p:cNvSpPr>
            <a:spLocks xmlns:a="http://schemas.openxmlformats.org/drawingml/2006/main" noGrp="1"/>
          </p:cNvSpPr>
          <p:nvPr/>
        </p:nvSpPr>
        <p:spPr>
          <a:xfrm xmlns:a="http://schemas.openxmlformats.org/drawingml/2006/main">
            <a:off x="609600" y="610552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650" b="0">
                <a:solidFill>
                  <a:srgbClr val="B6B6C7"/>
                </a:solidFill>
                <a:latin typeface="Inter"/>
                <a:ea typeface="Inter"/>
                <a:cs typeface="Inter"/>
              </a:defRPr>
            </a:defPPr>
            <a:lvl1pPr>
              <a:buNone/>
              <a:defRPr sz="1650" b="0">
                <a:solidFill>
                  <a:srgbClr val="B6B6C7"/>
                </a:solidFill>
                <a:latin typeface="Inter"/>
                <a:ea typeface="Inter"/>
                <a:cs typeface="Inter"/>
              </a:defRPr>
            </a:lvl1pPr>
            <a:lvl2pPr>
              <a:buNone/>
              <a:defRPr sz="1650" b="0">
                <a:solidFill>
                  <a:srgbClr val="B6B6C7"/>
                </a:solidFill>
                <a:latin typeface="Inter"/>
                <a:ea typeface="Inter"/>
                <a:cs typeface="Inter"/>
              </a:defRPr>
            </a:lvl2pPr>
            <a:lvl3pPr>
              <a:buNone/>
              <a:defRPr sz="1650" b="0">
                <a:solidFill>
                  <a:srgbClr val="B6B6C7"/>
                </a:solidFill>
                <a:latin typeface="Inter"/>
                <a:ea typeface="Inter"/>
                <a:cs typeface="Inter"/>
              </a:defRPr>
            </a:lvl3pPr>
            <a:lvl4pPr>
              <a:buNone/>
              <a:defRPr sz="1650" b="0">
                <a:solidFill>
                  <a:srgbClr val="B6B6C7"/>
                </a:solidFill>
                <a:latin typeface="Inter"/>
                <a:ea typeface="Inter"/>
                <a:cs typeface="Inter"/>
              </a:defRPr>
            </a:lvl4pPr>
            <a:lvl5pPr>
              <a:buNone/>
              <a:defRPr sz="1650" b="0">
                <a:solidFill>
                  <a:srgbClr val="B6B6C7"/>
                </a:solidFill>
                <a:latin typeface="Inter"/>
                <a:ea typeface="Inter"/>
                <a:cs typeface="Inter"/>
              </a:defRPr>
            </a:lvl5pPr>
            <a:lvl6pPr>
              <a:buNone/>
              <a:defRPr sz="1650" b="0">
                <a:solidFill>
                  <a:srgbClr val="B6B6C7"/>
                </a:solidFill>
                <a:latin typeface="Inter"/>
                <a:ea typeface="Inter"/>
                <a:cs typeface="Inter"/>
              </a:defRPr>
            </a:lvl6pPr>
            <a:lvl7pPr>
              <a:buNone/>
              <a:defRPr sz="1650" b="0">
                <a:solidFill>
                  <a:srgbClr val="B6B6C7"/>
                </a:solidFill>
                <a:latin typeface="Inter"/>
                <a:ea typeface="Inter"/>
                <a:cs typeface="Inter"/>
              </a:defRPr>
            </a:lvl7pPr>
            <a:lvl8pPr>
              <a:buNone/>
              <a:defRPr sz="1650" b="0">
                <a:solidFill>
                  <a:srgbClr val="B6B6C7"/>
                </a:solidFill>
                <a:latin typeface="Inter"/>
                <a:ea typeface="Inter"/>
                <a:cs typeface="Inter"/>
              </a:defRPr>
            </a:lvl8pPr>
            <a:lvl9pPr>
              <a:buNone/>
              <a:defRPr sz="1650" b="0">
                <a:solidFill>
                  <a:srgbClr val="B6B6C7"/>
                </a:solidFill>
                <a:latin typeface="Inter"/>
                <a:ea typeface="Inter"/>
                <a:cs typeface="Inter"/>
              </a:defRPr>
            </a:lvl9pPr>
          </a:lstStyle>
          <a:p xmlns:a="http://schemas.openxmlformats.org/drawingml/2006/main">
            <a:pPr>
              <a:buNone/>
              <a:defRPr sz="1650" b="0">
                <a:solidFill>
                  <a:srgbClr val="B6B6C7"/>
                </a:solidFill>
                <a:latin typeface="Inter"/>
                <a:ea typeface="Inter"/>
                <a:cs typeface="Inter"/>
              </a:defRPr>
            </a:pPr>
            <a:r>
              <a:rPr sz="1650" b="0">
                <a:solidFill>
                  <a:srgbClr val="B6B6C7"/>
                </a:solidFill>
                <a:latin typeface="Inter"/>
                <a:ea typeface="Inter"/>
                <a:cs typeface="Inter"/>
              </a:rPr>
              <a:t>One workspace connects delegated work, payments and specialist services.</a:t>
            </a:r>
          </a:p>
        </p:txBody>
      </p:sp>
    </p:spTree>
    <p:extLst>
      <p:ext uri="{BB962C8B-B14F-4D97-AF65-F5344CB8AC3E}">
        <p14:creationId xmlns:p14="http://schemas.microsoft.com/office/powerpoint/2010/main" val="201979741"/>
      </p:ext>
    </p:extLst>
  </p:cSld>
</p:sld>
</file>

<file path=ppt/slides/slide4.xml><?xml version="1.0" encoding="utf-8"?>
<p:sld xmlns:p="http://schemas.openxmlformats.org/presentationml/2006/main">
  <p:cSld>
    <p:bg>
      <p:bgPr>
        <a:solidFill xmlns:a="http://schemas.openxmlformats.org/drawingml/2006/main">
          <a:srgbClr val="101014"/>
        </a:solidFill>
      </p:bgPr>
    </p:bg>
    <p:spTree>
      <p:nvGrpSpPr>
        <p:cNvPr id="1" name=""/>
        <p:cNvGrpSpPr/>
        <p:nvPr/>
      </p:nvGrpSpPr>
      <p:grpSpPr>
        <a:xfrm xmlns:a="http://schemas.openxmlformats.org/drawingml/2006/main"/>
      </p:grpSpPr>
      <p:sp>
        <p:nvSpPr>
          <p:cNvPr id="27" name="Features">
            <a:extLst xmlns:a="http://schemas.openxmlformats.org/drawingml/2006/main">
              <a:ext uri="{FF2B5EF4-FFF2-40B4-BE49-F238E27FC236}">
                <a16:creationId xmlns:a16="http://schemas.microsoft.com/office/drawing/2014/main" id="{19431503-2559-44A6-9AA8-217A6A064A3D}"/>
              </a:ext>
            </a:extLst>
          </p:cNvPr>
          <p:cNvSpPr>
            <a:spLocks xmlns:a="http://schemas.openxmlformats.org/drawingml/2006/main" noGrp="1"/>
          </p:cNvSpPr>
          <p:nvPr/>
        </p:nvSpPr>
        <p:spPr>
          <a:xfrm xmlns:a="http://schemas.openxmlformats.org/drawingml/2006/main">
            <a:off x="609600" y="4572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825" b="1">
                <a:solidFill>
                  <a:srgbClr val="F3F2F7"/>
                </a:solidFill>
                <a:latin typeface="Space Grotesk"/>
                <a:ea typeface="Space Grotesk"/>
                <a:cs typeface="Space Grotesk"/>
              </a:defRPr>
            </a:defPPr>
            <a:lvl1pPr>
              <a:buNone/>
              <a:defRPr sz="3825" b="1">
                <a:solidFill>
                  <a:srgbClr val="F3F2F7"/>
                </a:solidFill>
                <a:latin typeface="Space Grotesk"/>
                <a:ea typeface="Space Grotesk"/>
                <a:cs typeface="Space Grotesk"/>
              </a:defRPr>
            </a:lvl1pPr>
            <a:lvl2pPr>
              <a:buNone/>
              <a:defRPr sz="3825" b="1">
                <a:solidFill>
                  <a:srgbClr val="F3F2F7"/>
                </a:solidFill>
                <a:latin typeface="Space Grotesk"/>
                <a:ea typeface="Space Grotesk"/>
                <a:cs typeface="Space Grotesk"/>
              </a:defRPr>
            </a:lvl2pPr>
            <a:lvl3pPr>
              <a:buNone/>
              <a:defRPr sz="3825" b="1">
                <a:solidFill>
                  <a:srgbClr val="F3F2F7"/>
                </a:solidFill>
                <a:latin typeface="Space Grotesk"/>
                <a:ea typeface="Space Grotesk"/>
                <a:cs typeface="Space Grotesk"/>
              </a:defRPr>
            </a:lvl3pPr>
            <a:lvl4pPr>
              <a:buNone/>
              <a:defRPr sz="3825" b="1">
                <a:solidFill>
                  <a:srgbClr val="F3F2F7"/>
                </a:solidFill>
                <a:latin typeface="Space Grotesk"/>
                <a:ea typeface="Space Grotesk"/>
                <a:cs typeface="Space Grotesk"/>
              </a:defRPr>
            </a:lvl4pPr>
            <a:lvl5pPr>
              <a:buNone/>
              <a:defRPr sz="3825" b="1">
                <a:solidFill>
                  <a:srgbClr val="F3F2F7"/>
                </a:solidFill>
                <a:latin typeface="Space Grotesk"/>
                <a:ea typeface="Space Grotesk"/>
                <a:cs typeface="Space Grotesk"/>
              </a:defRPr>
            </a:lvl5pPr>
            <a:lvl6pPr>
              <a:buNone/>
              <a:defRPr sz="3825" b="1">
                <a:solidFill>
                  <a:srgbClr val="F3F2F7"/>
                </a:solidFill>
                <a:latin typeface="Space Grotesk"/>
                <a:ea typeface="Space Grotesk"/>
                <a:cs typeface="Space Grotesk"/>
              </a:defRPr>
            </a:lvl6pPr>
            <a:lvl7pPr>
              <a:buNone/>
              <a:defRPr sz="3825" b="1">
                <a:solidFill>
                  <a:srgbClr val="F3F2F7"/>
                </a:solidFill>
                <a:latin typeface="Space Grotesk"/>
                <a:ea typeface="Space Grotesk"/>
                <a:cs typeface="Space Grotesk"/>
              </a:defRPr>
            </a:lvl7pPr>
            <a:lvl8pPr>
              <a:buNone/>
              <a:defRPr sz="3825" b="1">
                <a:solidFill>
                  <a:srgbClr val="F3F2F7"/>
                </a:solidFill>
                <a:latin typeface="Space Grotesk"/>
                <a:ea typeface="Space Grotesk"/>
                <a:cs typeface="Space Grotesk"/>
              </a:defRPr>
            </a:lvl8pPr>
            <a:lvl9pPr>
              <a:buNone/>
              <a:defRPr sz="3825" b="1">
                <a:solidFill>
                  <a:srgbClr val="F3F2F7"/>
                </a:solidFill>
                <a:latin typeface="Space Grotesk"/>
                <a:ea typeface="Space Grotesk"/>
                <a:cs typeface="Space Grotesk"/>
              </a:defRPr>
            </a:lvl9pPr>
          </a:lstStyle>
          <a:p xmlns:a="http://schemas.openxmlformats.org/drawingml/2006/main">
            <a:pPr>
              <a:buNone/>
              <a:defRPr sz="3825" b="1">
                <a:solidFill>
                  <a:srgbClr val="F3F2F7"/>
                </a:solidFill>
                <a:latin typeface="Space Grotesk"/>
                <a:ea typeface="Space Grotesk"/>
                <a:cs typeface="Space Grotesk"/>
              </a:defRPr>
            </a:pPr>
            <a:r>
              <a:rPr sz="3825" b="1">
                <a:solidFill>
                  <a:srgbClr val="F3F2F7"/>
                </a:solidFill>
                <a:latin typeface="Space Grotesk"/>
                <a:ea typeface="Space Grotesk"/>
                <a:cs typeface="Space Grotesk"/>
              </a:rPr>
              <a:t>Features</a:t>
            </a:r>
          </a:p>
        </p:txBody>
      </p:sp>
      <p:sp>
        <p:nvSpPr>
          <p:cNvPr id="2" name="">
            <a:extLst xmlns:a="http://schemas.openxmlformats.org/drawingml/2006/main">
              <a:ext uri="{FF2B5EF4-FFF2-40B4-BE49-F238E27FC236}">
                <a16:creationId xmlns:a16="http://schemas.microsoft.com/office/drawing/2014/main" id="{0C342669-05AF-4861-BD86-9D208F5B2505}"/>
              </a:ext>
            </a:extLst>
          </p:cNvPr>
          <p:cNvSpPr>
            <a:spLocks xmlns:a="http://schemas.openxmlformats.org/drawingml/2006/main" noGrp="1"/>
          </p:cNvSpPr>
          <p:nvPr/>
        </p:nvSpPr>
        <p:spPr>
          <a:xfrm xmlns:a="http://schemas.openxmlformats.org/drawingml/2006/main">
            <a:off x="609600" y="1657350"/>
            <a:ext cx="5372100" cy="1181100"/>
          </a:xfrm>
          <a:prstGeom xmlns:a="http://schemas.openxmlformats.org/drawingml/2006/main" prst="roundRect">
            <a:avLst>
              <a:gd name="adj" fmla="val 12903"/>
            </a:avLst>
          </a:prstGeom>
          <a:solidFill xmlns:a="http://schemas.openxmlformats.org/drawingml/2006/main">
            <a:srgbClr val="1B1D26"/>
          </a:solidFill>
          <a:ln xmlns:a="http://schemas.openxmlformats.org/drawingml/2006/main" w="9525">
            <a:solidFill>
              <a:srgbClr val="343745"/>
            </a:solidFill>
          </a:ln>
        </p:spPr>
      </p:sp>
      <p:pic>
        <p:nvPicPr>
          <p:cNvPr id="3" name="">
            <a:extLst xmlns:a="http://schemas.openxmlformats.org/drawingml/2006/main">
              <a:ext uri="{FF2B5EF4-FFF2-40B4-BE49-F238E27FC236}">
                <a16:creationId xmlns:a16="http://schemas.microsoft.com/office/drawing/2014/main" id="{06573C2A-C790-481C-AF47-8FD9A081BE0F}"/>
              </a:ext>
            </a:extLst>
          </p:cNvPr>
          <p:cNvPicPr>
            <a:picLocks xmlns:a="http://schemas.openxmlformats.org/drawingml/2006/main" noChangeAspect="1"/>
          </p:cNvPicPr>
          <p:nvPr/>
        </p:nvPicPr>
        <p:blipFill>
          <a:blip xmlns:r="http://schemas.openxmlformats.org/officeDocument/2006/relationships" xmlns:a="http://schemas.openxmlformats.org/drawingml/2006/main" r:embed="R818a718d30d9497a"/>
          <a:stretch xmlns:a="http://schemas.openxmlformats.org/drawingml/2006/main"/>
        </p:blipFill>
        <p:spPr>
          <a:xfrm xmlns:a="http://schemas.openxmlformats.org/drawingml/2006/main">
            <a:off x="723900" y="1828800"/>
            <a:ext cx="704850" cy="704850"/>
          </a:xfrm>
          <a:prstGeom xmlns:a="http://schemas.openxmlformats.org/drawingml/2006/main" prst="rect">
            <a:avLst/>
          </a:prstGeom>
        </p:spPr>
      </p:pic>
      <p:sp>
        <p:nvSpPr>
          <p:cNvPr id="4" name="Personal agents">
            <a:extLst xmlns:a="http://schemas.openxmlformats.org/drawingml/2006/main">
              <a:ext uri="{FF2B5EF4-FFF2-40B4-BE49-F238E27FC236}">
                <a16:creationId xmlns:a16="http://schemas.microsoft.com/office/drawing/2014/main" id="{21DF7E8D-C070-4B4F-A066-50F55F141C25}"/>
              </a:ext>
            </a:extLst>
          </p:cNvPr>
          <p:cNvSpPr>
            <a:spLocks xmlns:a="http://schemas.openxmlformats.org/drawingml/2006/main" noGrp="1"/>
          </p:cNvSpPr>
          <p:nvPr/>
        </p:nvSpPr>
        <p:spPr>
          <a:xfrm xmlns:a="http://schemas.openxmlformats.org/drawingml/2006/main">
            <a:off x="1571625" y="1838325"/>
            <a:ext cx="41719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325" b="1">
                <a:solidFill>
                  <a:srgbClr val="F3F2F7"/>
                </a:solidFill>
                <a:latin typeface="Space Grotesk"/>
                <a:ea typeface="Space Grotesk"/>
                <a:cs typeface="Space Grotesk"/>
              </a:defRPr>
            </a:defPPr>
            <a:lvl1pPr>
              <a:buNone/>
              <a:defRPr sz="2325" b="1">
                <a:solidFill>
                  <a:srgbClr val="F3F2F7"/>
                </a:solidFill>
                <a:latin typeface="Space Grotesk"/>
                <a:ea typeface="Space Grotesk"/>
                <a:cs typeface="Space Grotesk"/>
              </a:defRPr>
            </a:lvl1pPr>
            <a:lvl2pPr>
              <a:buNone/>
              <a:defRPr sz="2325" b="1">
                <a:solidFill>
                  <a:srgbClr val="F3F2F7"/>
                </a:solidFill>
                <a:latin typeface="Space Grotesk"/>
                <a:ea typeface="Space Grotesk"/>
                <a:cs typeface="Space Grotesk"/>
              </a:defRPr>
            </a:lvl2pPr>
            <a:lvl3pPr>
              <a:buNone/>
              <a:defRPr sz="2325" b="1">
                <a:solidFill>
                  <a:srgbClr val="F3F2F7"/>
                </a:solidFill>
                <a:latin typeface="Space Grotesk"/>
                <a:ea typeface="Space Grotesk"/>
                <a:cs typeface="Space Grotesk"/>
              </a:defRPr>
            </a:lvl3pPr>
            <a:lvl4pPr>
              <a:buNone/>
              <a:defRPr sz="2325" b="1">
                <a:solidFill>
                  <a:srgbClr val="F3F2F7"/>
                </a:solidFill>
                <a:latin typeface="Space Grotesk"/>
                <a:ea typeface="Space Grotesk"/>
                <a:cs typeface="Space Grotesk"/>
              </a:defRPr>
            </a:lvl4pPr>
            <a:lvl5pPr>
              <a:buNone/>
              <a:defRPr sz="2325" b="1">
                <a:solidFill>
                  <a:srgbClr val="F3F2F7"/>
                </a:solidFill>
                <a:latin typeface="Space Grotesk"/>
                <a:ea typeface="Space Grotesk"/>
                <a:cs typeface="Space Grotesk"/>
              </a:defRPr>
            </a:lvl5pPr>
            <a:lvl6pPr>
              <a:buNone/>
              <a:defRPr sz="2325" b="1">
                <a:solidFill>
                  <a:srgbClr val="F3F2F7"/>
                </a:solidFill>
                <a:latin typeface="Space Grotesk"/>
                <a:ea typeface="Space Grotesk"/>
                <a:cs typeface="Space Grotesk"/>
              </a:defRPr>
            </a:lvl6pPr>
            <a:lvl7pPr>
              <a:buNone/>
              <a:defRPr sz="2325" b="1">
                <a:solidFill>
                  <a:srgbClr val="F3F2F7"/>
                </a:solidFill>
                <a:latin typeface="Space Grotesk"/>
                <a:ea typeface="Space Grotesk"/>
                <a:cs typeface="Space Grotesk"/>
              </a:defRPr>
            </a:lvl7pPr>
            <a:lvl8pPr>
              <a:buNone/>
              <a:defRPr sz="2325" b="1">
                <a:solidFill>
                  <a:srgbClr val="F3F2F7"/>
                </a:solidFill>
                <a:latin typeface="Space Grotesk"/>
                <a:ea typeface="Space Grotesk"/>
                <a:cs typeface="Space Grotesk"/>
              </a:defRPr>
            </a:lvl8pPr>
            <a:lvl9pPr>
              <a:buNone/>
              <a:defRPr sz="2325" b="1">
                <a:solidFill>
                  <a:srgbClr val="F3F2F7"/>
                </a:solidFill>
                <a:latin typeface="Space Grotesk"/>
                <a:ea typeface="Space Grotesk"/>
                <a:cs typeface="Space Grotesk"/>
              </a:defRPr>
            </a:lvl9pPr>
          </a:lstStyle>
          <a:p xmlns:a="http://schemas.openxmlformats.org/drawingml/2006/main">
            <a:pPr>
              <a:buNone/>
              <a:defRPr sz="2325" b="1">
                <a:solidFill>
                  <a:srgbClr val="F3F2F7"/>
                </a:solidFill>
                <a:latin typeface="Space Grotesk"/>
                <a:ea typeface="Space Grotesk"/>
                <a:cs typeface="Space Grotesk"/>
              </a:defRPr>
            </a:pPr>
            <a:r>
              <a:rPr sz="2325" b="1">
                <a:solidFill>
                  <a:srgbClr val="F3F2F7"/>
                </a:solidFill>
                <a:latin typeface="Space Grotesk"/>
                <a:ea typeface="Space Grotesk"/>
                <a:cs typeface="Space Grotesk"/>
              </a:rPr>
              <a:t>Personal agents</a:t>
            </a:r>
          </a:p>
        </p:txBody>
      </p:sp>
      <p:sp>
        <p:nvSpPr>
          <p:cNvPr id="5" name="Configurable instructions and tools.">
            <a:extLst xmlns:a="http://schemas.openxmlformats.org/drawingml/2006/main">
              <a:ext uri="{FF2B5EF4-FFF2-40B4-BE49-F238E27FC236}">
                <a16:creationId xmlns:a16="http://schemas.microsoft.com/office/drawing/2014/main" id="{0ED67DDE-30BF-4662-8E93-6F0A68FB864B}"/>
              </a:ext>
            </a:extLst>
          </p:cNvPr>
          <p:cNvSpPr>
            <a:spLocks xmlns:a="http://schemas.openxmlformats.org/drawingml/2006/main" noGrp="1"/>
          </p:cNvSpPr>
          <p:nvPr/>
        </p:nvSpPr>
        <p:spPr>
          <a:xfrm xmlns:a="http://schemas.openxmlformats.org/drawingml/2006/main">
            <a:off x="1571625" y="2352675"/>
            <a:ext cx="4171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B6B6C7"/>
                </a:solidFill>
                <a:latin typeface="Inter"/>
                <a:ea typeface="Inter"/>
                <a:cs typeface="Inter"/>
              </a:defRPr>
            </a:defPPr>
            <a:lvl1pPr>
              <a:buNone/>
              <a:defRPr sz="1725" b="0">
                <a:solidFill>
                  <a:srgbClr val="B6B6C7"/>
                </a:solidFill>
                <a:latin typeface="Inter"/>
                <a:ea typeface="Inter"/>
                <a:cs typeface="Inter"/>
              </a:defRPr>
            </a:lvl1pPr>
            <a:lvl2pPr>
              <a:buNone/>
              <a:defRPr sz="1725" b="0">
                <a:solidFill>
                  <a:srgbClr val="B6B6C7"/>
                </a:solidFill>
                <a:latin typeface="Inter"/>
                <a:ea typeface="Inter"/>
                <a:cs typeface="Inter"/>
              </a:defRPr>
            </a:lvl2pPr>
            <a:lvl3pPr>
              <a:buNone/>
              <a:defRPr sz="1725" b="0">
                <a:solidFill>
                  <a:srgbClr val="B6B6C7"/>
                </a:solidFill>
                <a:latin typeface="Inter"/>
                <a:ea typeface="Inter"/>
                <a:cs typeface="Inter"/>
              </a:defRPr>
            </a:lvl3pPr>
            <a:lvl4pPr>
              <a:buNone/>
              <a:defRPr sz="1725" b="0">
                <a:solidFill>
                  <a:srgbClr val="B6B6C7"/>
                </a:solidFill>
                <a:latin typeface="Inter"/>
                <a:ea typeface="Inter"/>
                <a:cs typeface="Inter"/>
              </a:defRPr>
            </a:lvl4pPr>
            <a:lvl5pPr>
              <a:buNone/>
              <a:defRPr sz="1725" b="0">
                <a:solidFill>
                  <a:srgbClr val="B6B6C7"/>
                </a:solidFill>
                <a:latin typeface="Inter"/>
                <a:ea typeface="Inter"/>
                <a:cs typeface="Inter"/>
              </a:defRPr>
            </a:lvl5pPr>
            <a:lvl6pPr>
              <a:buNone/>
              <a:defRPr sz="1725" b="0">
                <a:solidFill>
                  <a:srgbClr val="B6B6C7"/>
                </a:solidFill>
                <a:latin typeface="Inter"/>
                <a:ea typeface="Inter"/>
                <a:cs typeface="Inter"/>
              </a:defRPr>
            </a:lvl6pPr>
            <a:lvl7pPr>
              <a:buNone/>
              <a:defRPr sz="1725" b="0">
                <a:solidFill>
                  <a:srgbClr val="B6B6C7"/>
                </a:solidFill>
                <a:latin typeface="Inter"/>
                <a:ea typeface="Inter"/>
                <a:cs typeface="Inter"/>
              </a:defRPr>
            </a:lvl7pPr>
            <a:lvl8pPr>
              <a:buNone/>
              <a:defRPr sz="1725" b="0">
                <a:solidFill>
                  <a:srgbClr val="B6B6C7"/>
                </a:solidFill>
                <a:latin typeface="Inter"/>
                <a:ea typeface="Inter"/>
                <a:cs typeface="Inter"/>
              </a:defRPr>
            </a:lvl8pPr>
            <a:lvl9pPr>
              <a:buNone/>
              <a:defRPr sz="1725" b="0">
                <a:solidFill>
                  <a:srgbClr val="B6B6C7"/>
                </a:solidFill>
                <a:latin typeface="Inter"/>
                <a:ea typeface="Inter"/>
                <a:cs typeface="Inter"/>
              </a:defRPr>
            </a:lvl9pPr>
          </a:lstStyle>
          <a:p xmlns:a="http://schemas.openxmlformats.org/drawingml/2006/main">
            <a:pPr>
              <a:buNone/>
              <a:defRPr sz="1725" b="0">
                <a:solidFill>
                  <a:srgbClr val="B6B6C7"/>
                </a:solidFill>
                <a:latin typeface="Inter"/>
                <a:ea typeface="Inter"/>
                <a:cs typeface="Inter"/>
              </a:defRPr>
            </a:pPr>
            <a:r>
              <a:rPr sz="1725" b="0">
                <a:solidFill>
                  <a:srgbClr val="B6B6C7"/>
                </a:solidFill>
                <a:latin typeface="Inter"/>
                <a:ea typeface="Inter"/>
                <a:cs typeface="Inter"/>
              </a:rPr>
              <a:t>Configurable instructions and tools.</a:t>
            </a:r>
          </a:p>
        </p:txBody>
      </p:sp>
      <p:sp>
        <p:nvSpPr>
          <p:cNvPr id="6" name="">
            <a:extLst xmlns:a="http://schemas.openxmlformats.org/drawingml/2006/main">
              <a:ext uri="{FF2B5EF4-FFF2-40B4-BE49-F238E27FC236}">
                <a16:creationId xmlns:a16="http://schemas.microsoft.com/office/drawing/2014/main" id="{E77B7CD8-7CD9-45B2-A524-FE965787F70F}"/>
              </a:ext>
            </a:extLst>
          </p:cNvPr>
          <p:cNvSpPr>
            <a:spLocks xmlns:a="http://schemas.openxmlformats.org/drawingml/2006/main" noGrp="1"/>
          </p:cNvSpPr>
          <p:nvPr/>
        </p:nvSpPr>
        <p:spPr>
          <a:xfrm xmlns:a="http://schemas.openxmlformats.org/drawingml/2006/main">
            <a:off x="6210300" y="1657350"/>
            <a:ext cx="5372100" cy="1181100"/>
          </a:xfrm>
          <a:prstGeom xmlns:a="http://schemas.openxmlformats.org/drawingml/2006/main" prst="roundRect">
            <a:avLst>
              <a:gd name="adj" fmla="val 12903"/>
            </a:avLst>
          </a:prstGeom>
          <a:solidFill xmlns:a="http://schemas.openxmlformats.org/drawingml/2006/main">
            <a:srgbClr val="1B1D26"/>
          </a:solidFill>
          <a:ln xmlns:a="http://schemas.openxmlformats.org/drawingml/2006/main" w="9525">
            <a:solidFill>
              <a:srgbClr val="343745"/>
            </a:solidFill>
          </a:ln>
        </p:spPr>
      </p:sp>
      <p:pic>
        <p:nvPicPr>
          <p:cNvPr id="7" name="">
            <a:extLst xmlns:a="http://schemas.openxmlformats.org/drawingml/2006/main">
              <a:ext uri="{FF2B5EF4-FFF2-40B4-BE49-F238E27FC236}">
                <a16:creationId xmlns:a16="http://schemas.microsoft.com/office/drawing/2014/main" id="{08534799-28D1-4758-95D0-C2294E2985A0}"/>
              </a:ext>
            </a:extLst>
          </p:cNvPr>
          <p:cNvPicPr>
            <a:picLocks xmlns:a="http://schemas.openxmlformats.org/drawingml/2006/main" noChangeAspect="1"/>
          </p:cNvPicPr>
          <p:nvPr/>
        </p:nvPicPr>
        <p:blipFill>
          <a:blip xmlns:r="http://schemas.openxmlformats.org/officeDocument/2006/relationships" xmlns:a="http://schemas.openxmlformats.org/drawingml/2006/main" r:embed="Ra208242086ce4d5e"/>
          <a:stretch xmlns:a="http://schemas.openxmlformats.org/drawingml/2006/main"/>
        </p:blipFill>
        <p:spPr>
          <a:xfrm xmlns:a="http://schemas.openxmlformats.org/drawingml/2006/main">
            <a:off x="6324600" y="1828800"/>
            <a:ext cx="704850" cy="704850"/>
          </a:xfrm>
          <a:prstGeom xmlns:a="http://schemas.openxmlformats.org/drawingml/2006/main" prst="rect">
            <a:avLst/>
          </a:prstGeom>
        </p:spPr>
      </p:pic>
      <p:sp>
        <p:nvSpPr>
          <p:cNvPr id="8" name="Private pool payments">
            <a:extLst xmlns:a="http://schemas.openxmlformats.org/drawingml/2006/main">
              <a:ext uri="{FF2B5EF4-FFF2-40B4-BE49-F238E27FC236}">
                <a16:creationId xmlns:a16="http://schemas.microsoft.com/office/drawing/2014/main" id="{6CFE235E-FEA8-42E7-94CA-E58C8FC9D45E}"/>
              </a:ext>
            </a:extLst>
          </p:cNvPr>
          <p:cNvSpPr>
            <a:spLocks xmlns:a="http://schemas.openxmlformats.org/drawingml/2006/main" noGrp="1"/>
          </p:cNvSpPr>
          <p:nvPr/>
        </p:nvSpPr>
        <p:spPr>
          <a:xfrm xmlns:a="http://schemas.openxmlformats.org/drawingml/2006/main">
            <a:off x="7172325" y="1838325"/>
            <a:ext cx="41719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325" b="1">
                <a:solidFill>
                  <a:srgbClr val="F3F2F7"/>
                </a:solidFill>
                <a:latin typeface="Space Grotesk"/>
                <a:ea typeface="Space Grotesk"/>
                <a:cs typeface="Space Grotesk"/>
              </a:defRPr>
            </a:defPPr>
            <a:lvl1pPr>
              <a:buNone/>
              <a:defRPr sz="2325" b="1">
                <a:solidFill>
                  <a:srgbClr val="F3F2F7"/>
                </a:solidFill>
                <a:latin typeface="Space Grotesk"/>
                <a:ea typeface="Space Grotesk"/>
                <a:cs typeface="Space Grotesk"/>
              </a:defRPr>
            </a:lvl1pPr>
            <a:lvl2pPr>
              <a:buNone/>
              <a:defRPr sz="2325" b="1">
                <a:solidFill>
                  <a:srgbClr val="F3F2F7"/>
                </a:solidFill>
                <a:latin typeface="Space Grotesk"/>
                <a:ea typeface="Space Grotesk"/>
                <a:cs typeface="Space Grotesk"/>
              </a:defRPr>
            </a:lvl2pPr>
            <a:lvl3pPr>
              <a:buNone/>
              <a:defRPr sz="2325" b="1">
                <a:solidFill>
                  <a:srgbClr val="F3F2F7"/>
                </a:solidFill>
                <a:latin typeface="Space Grotesk"/>
                <a:ea typeface="Space Grotesk"/>
                <a:cs typeface="Space Grotesk"/>
              </a:defRPr>
            </a:lvl3pPr>
            <a:lvl4pPr>
              <a:buNone/>
              <a:defRPr sz="2325" b="1">
                <a:solidFill>
                  <a:srgbClr val="F3F2F7"/>
                </a:solidFill>
                <a:latin typeface="Space Grotesk"/>
                <a:ea typeface="Space Grotesk"/>
                <a:cs typeface="Space Grotesk"/>
              </a:defRPr>
            </a:lvl4pPr>
            <a:lvl5pPr>
              <a:buNone/>
              <a:defRPr sz="2325" b="1">
                <a:solidFill>
                  <a:srgbClr val="F3F2F7"/>
                </a:solidFill>
                <a:latin typeface="Space Grotesk"/>
                <a:ea typeface="Space Grotesk"/>
                <a:cs typeface="Space Grotesk"/>
              </a:defRPr>
            </a:lvl5pPr>
            <a:lvl6pPr>
              <a:buNone/>
              <a:defRPr sz="2325" b="1">
                <a:solidFill>
                  <a:srgbClr val="F3F2F7"/>
                </a:solidFill>
                <a:latin typeface="Space Grotesk"/>
                <a:ea typeface="Space Grotesk"/>
                <a:cs typeface="Space Grotesk"/>
              </a:defRPr>
            </a:lvl6pPr>
            <a:lvl7pPr>
              <a:buNone/>
              <a:defRPr sz="2325" b="1">
                <a:solidFill>
                  <a:srgbClr val="F3F2F7"/>
                </a:solidFill>
                <a:latin typeface="Space Grotesk"/>
                <a:ea typeface="Space Grotesk"/>
                <a:cs typeface="Space Grotesk"/>
              </a:defRPr>
            </a:lvl7pPr>
            <a:lvl8pPr>
              <a:buNone/>
              <a:defRPr sz="2325" b="1">
                <a:solidFill>
                  <a:srgbClr val="F3F2F7"/>
                </a:solidFill>
                <a:latin typeface="Space Grotesk"/>
                <a:ea typeface="Space Grotesk"/>
                <a:cs typeface="Space Grotesk"/>
              </a:defRPr>
            </a:lvl8pPr>
            <a:lvl9pPr>
              <a:buNone/>
              <a:defRPr sz="2325" b="1">
                <a:solidFill>
                  <a:srgbClr val="F3F2F7"/>
                </a:solidFill>
                <a:latin typeface="Space Grotesk"/>
                <a:ea typeface="Space Grotesk"/>
                <a:cs typeface="Space Grotesk"/>
              </a:defRPr>
            </a:lvl9pPr>
          </a:lstStyle>
          <a:p xmlns:a="http://schemas.openxmlformats.org/drawingml/2006/main">
            <a:pPr>
              <a:buNone/>
              <a:defRPr sz="2325" b="1">
                <a:solidFill>
                  <a:srgbClr val="F3F2F7"/>
                </a:solidFill>
                <a:latin typeface="Space Grotesk"/>
                <a:ea typeface="Space Grotesk"/>
                <a:cs typeface="Space Grotesk"/>
              </a:defRPr>
            </a:pPr>
            <a:r>
              <a:rPr sz="2325" b="1">
                <a:solidFill>
                  <a:srgbClr val="F3F2F7"/>
                </a:solidFill>
                <a:latin typeface="Space Grotesk"/>
                <a:ea typeface="Space Grotesk"/>
                <a:cs typeface="Space Grotesk"/>
              </a:rPr>
              <a:t>Private pool payments</a:t>
            </a:r>
          </a:p>
        </p:txBody>
      </p:sp>
      <p:sp>
        <p:nvSpPr>
          <p:cNvPr id="9" name="Groth16 zero-knowledge proofs.">
            <a:extLst xmlns:a="http://schemas.openxmlformats.org/drawingml/2006/main">
              <a:ext uri="{FF2B5EF4-FFF2-40B4-BE49-F238E27FC236}">
                <a16:creationId xmlns:a16="http://schemas.microsoft.com/office/drawing/2014/main" id="{0124E5D4-8841-4E95-8904-8DAB03EDA020}"/>
              </a:ext>
            </a:extLst>
          </p:cNvPr>
          <p:cNvSpPr>
            <a:spLocks xmlns:a="http://schemas.openxmlformats.org/drawingml/2006/main" noGrp="1"/>
          </p:cNvSpPr>
          <p:nvPr/>
        </p:nvSpPr>
        <p:spPr>
          <a:xfrm xmlns:a="http://schemas.openxmlformats.org/drawingml/2006/main">
            <a:off x="7172325" y="2352675"/>
            <a:ext cx="4171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B6B6C7"/>
                </a:solidFill>
                <a:latin typeface="Inter"/>
                <a:ea typeface="Inter"/>
                <a:cs typeface="Inter"/>
              </a:defRPr>
            </a:defPPr>
            <a:lvl1pPr>
              <a:buNone/>
              <a:defRPr sz="1725" b="0">
                <a:solidFill>
                  <a:srgbClr val="B6B6C7"/>
                </a:solidFill>
                <a:latin typeface="Inter"/>
                <a:ea typeface="Inter"/>
                <a:cs typeface="Inter"/>
              </a:defRPr>
            </a:lvl1pPr>
            <a:lvl2pPr>
              <a:buNone/>
              <a:defRPr sz="1725" b="0">
                <a:solidFill>
                  <a:srgbClr val="B6B6C7"/>
                </a:solidFill>
                <a:latin typeface="Inter"/>
                <a:ea typeface="Inter"/>
                <a:cs typeface="Inter"/>
              </a:defRPr>
            </a:lvl2pPr>
            <a:lvl3pPr>
              <a:buNone/>
              <a:defRPr sz="1725" b="0">
                <a:solidFill>
                  <a:srgbClr val="B6B6C7"/>
                </a:solidFill>
                <a:latin typeface="Inter"/>
                <a:ea typeface="Inter"/>
                <a:cs typeface="Inter"/>
              </a:defRPr>
            </a:lvl3pPr>
            <a:lvl4pPr>
              <a:buNone/>
              <a:defRPr sz="1725" b="0">
                <a:solidFill>
                  <a:srgbClr val="B6B6C7"/>
                </a:solidFill>
                <a:latin typeface="Inter"/>
                <a:ea typeface="Inter"/>
                <a:cs typeface="Inter"/>
              </a:defRPr>
            </a:lvl4pPr>
            <a:lvl5pPr>
              <a:buNone/>
              <a:defRPr sz="1725" b="0">
                <a:solidFill>
                  <a:srgbClr val="B6B6C7"/>
                </a:solidFill>
                <a:latin typeface="Inter"/>
                <a:ea typeface="Inter"/>
                <a:cs typeface="Inter"/>
              </a:defRPr>
            </a:lvl5pPr>
            <a:lvl6pPr>
              <a:buNone/>
              <a:defRPr sz="1725" b="0">
                <a:solidFill>
                  <a:srgbClr val="B6B6C7"/>
                </a:solidFill>
                <a:latin typeface="Inter"/>
                <a:ea typeface="Inter"/>
                <a:cs typeface="Inter"/>
              </a:defRPr>
            </a:lvl6pPr>
            <a:lvl7pPr>
              <a:buNone/>
              <a:defRPr sz="1725" b="0">
                <a:solidFill>
                  <a:srgbClr val="B6B6C7"/>
                </a:solidFill>
                <a:latin typeface="Inter"/>
                <a:ea typeface="Inter"/>
                <a:cs typeface="Inter"/>
              </a:defRPr>
            </a:lvl7pPr>
            <a:lvl8pPr>
              <a:buNone/>
              <a:defRPr sz="1725" b="0">
                <a:solidFill>
                  <a:srgbClr val="B6B6C7"/>
                </a:solidFill>
                <a:latin typeface="Inter"/>
                <a:ea typeface="Inter"/>
                <a:cs typeface="Inter"/>
              </a:defRPr>
            </a:lvl8pPr>
            <a:lvl9pPr>
              <a:buNone/>
              <a:defRPr sz="1725" b="0">
                <a:solidFill>
                  <a:srgbClr val="B6B6C7"/>
                </a:solidFill>
                <a:latin typeface="Inter"/>
                <a:ea typeface="Inter"/>
                <a:cs typeface="Inter"/>
              </a:defRPr>
            </a:lvl9pPr>
          </a:lstStyle>
          <a:p xmlns:a="http://schemas.openxmlformats.org/drawingml/2006/main">
            <a:pPr>
              <a:buNone/>
              <a:defRPr sz="1725" b="0">
                <a:solidFill>
                  <a:srgbClr val="B6B6C7"/>
                </a:solidFill>
                <a:latin typeface="Inter"/>
                <a:ea typeface="Inter"/>
                <a:cs typeface="Inter"/>
              </a:defRPr>
            </a:pPr>
            <a:r>
              <a:rPr sz="1725" b="0">
                <a:solidFill>
                  <a:srgbClr val="B6B6C7"/>
                </a:solidFill>
                <a:latin typeface="Inter"/>
                <a:ea typeface="Inter"/>
                <a:cs typeface="Inter"/>
              </a:rPr>
              <a:t>Groth16 zero-knowledge proofs.</a:t>
            </a:r>
          </a:p>
        </p:txBody>
      </p:sp>
      <p:sp>
        <p:nvSpPr>
          <p:cNvPr id="10" name="">
            <a:extLst xmlns:a="http://schemas.openxmlformats.org/drawingml/2006/main">
              <a:ext uri="{FF2B5EF4-FFF2-40B4-BE49-F238E27FC236}">
                <a16:creationId xmlns:a16="http://schemas.microsoft.com/office/drawing/2014/main" id="{09B30C0A-E006-493E-AE18-DC83E01B2EF9}"/>
              </a:ext>
            </a:extLst>
          </p:cNvPr>
          <p:cNvSpPr>
            <a:spLocks xmlns:a="http://schemas.openxmlformats.org/drawingml/2006/main" noGrp="1"/>
          </p:cNvSpPr>
          <p:nvPr/>
        </p:nvSpPr>
        <p:spPr>
          <a:xfrm xmlns:a="http://schemas.openxmlformats.org/drawingml/2006/main">
            <a:off x="609600" y="3009900"/>
            <a:ext cx="5372100" cy="1181100"/>
          </a:xfrm>
          <a:prstGeom xmlns:a="http://schemas.openxmlformats.org/drawingml/2006/main" prst="roundRect">
            <a:avLst>
              <a:gd name="adj" fmla="val 12903"/>
            </a:avLst>
          </a:prstGeom>
          <a:solidFill xmlns:a="http://schemas.openxmlformats.org/drawingml/2006/main">
            <a:srgbClr val="1B1D26"/>
          </a:solidFill>
          <a:ln xmlns:a="http://schemas.openxmlformats.org/drawingml/2006/main" w="9525">
            <a:solidFill>
              <a:srgbClr val="343745"/>
            </a:solidFill>
          </a:ln>
        </p:spPr>
      </p:sp>
      <p:pic>
        <p:nvPicPr>
          <p:cNvPr id="11" name="">
            <a:extLst xmlns:a="http://schemas.openxmlformats.org/drawingml/2006/main">
              <a:ext uri="{FF2B5EF4-FFF2-40B4-BE49-F238E27FC236}">
                <a16:creationId xmlns:a16="http://schemas.microsoft.com/office/drawing/2014/main" id="{4CA06A51-A0FB-4DBB-BCC5-D52D66979BD4}"/>
              </a:ext>
            </a:extLst>
          </p:cNvPr>
          <p:cNvPicPr>
            <a:picLocks xmlns:a="http://schemas.openxmlformats.org/drawingml/2006/main" noChangeAspect="1"/>
          </p:cNvPicPr>
          <p:nvPr/>
        </p:nvPicPr>
        <p:blipFill>
          <a:blip xmlns:r="http://schemas.openxmlformats.org/officeDocument/2006/relationships" xmlns:a="http://schemas.openxmlformats.org/drawingml/2006/main" r:embed="Re4efec20808b4e43"/>
          <a:stretch xmlns:a="http://schemas.openxmlformats.org/drawingml/2006/main"/>
        </p:blipFill>
        <p:spPr>
          <a:xfrm xmlns:a="http://schemas.openxmlformats.org/drawingml/2006/main">
            <a:off x="723900" y="3181350"/>
            <a:ext cx="704850" cy="704850"/>
          </a:xfrm>
          <a:prstGeom xmlns:a="http://schemas.openxmlformats.org/drawingml/2006/main" prst="rect">
            <a:avLst/>
          </a:prstGeom>
        </p:spPr>
      </p:pic>
      <p:sp>
        <p:nvSpPr>
          <p:cNvPr id="12" name="Agent marketplace">
            <a:extLst xmlns:a="http://schemas.openxmlformats.org/drawingml/2006/main">
              <a:ext uri="{FF2B5EF4-FFF2-40B4-BE49-F238E27FC236}">
                <a16:creationId xmlns:a16="http://schemas.microsoft.com/office/drawing/2014/main" id="{7AEF1293-48FE-4AFC-B31B-8ED1E782C3B5}"/>
              </a:ext>
            </a:extLst>
          </p:cNvPr>
          <p:cNvSpPr>
            <a:spLocks xmlns:a="http://schemas.openxmlformats.org/drawingml/2006/main" noGrp="1"/>
          </p:cNvSpPr>
          <p:nvPr/>
        </p:nvSpPr>
        <p:spPr>
          <a:xfrm xmlns:a="http://schemas.openxmlformats.org/drawingml/2006/main">
            <a:off x="1571625" y="3190875"/>
            <a:ext cx="41719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325" b="1">
                <a:solidFill>
                  <a:srgbClr val="F3F2F7"/>
                </a:solidFill>
                <a:latin typeface="Space Grotesk"/>
                <a:ea typeface="Space Grotesk"/>
                <a:cs typeface="Space Grotesk"/>
              </a:defRPr>
            </a:defPPr>
            <a:lvl1pPr>
              <a:buNone/>
              <a:defRPr sz="2325" b="1">
                <a:solidFill>
                  <a:srgbClr val="F3F2F7"/>
                </a:solidFill>
                <a:latin typeface="Space Grotesk"/>
                <a:ea typeface="Space Grotesk"/>
                <a:cs typeface="Space Grotesk"/>
              </a:defRPr>
            </a:lvl1pPr>
            <a:lvl2pPr>
              <a:buNone/>
              <a:defRPr sz="2325" b="1">
                <a:solidFill>
                  <a:srgbClr val="F3F2F7"/>
                </a:solidFill>
                <a:latin typeface="Space Grotesk"/>
                <a:ea typeface="Space Grotesk"/>
                <a:cs typeface="Space Grotesk"/>
              </a:defRPr>
            </a:lvl2pPr>
            <a:lvl3pPr>
              <a:buNone/>
              <a:defRPr sz="2325" b="1">
                <a:solidFill>
                  <a:srgbClr val="F3F2F7"/>
                </a:solidFill>
                <a:latin typeface="Space Grotesk"/>
                <a:ea typeface="Space Grotesk"/>
                <a:cs typeface="Space Grotesk"/>
              </a:defRPr>
            </a:lvl3pPr>
            <a:lvl4pPr>
              <a:buNone/>
              <a:defRPr sz="2325" b="1">
                <a:solidFill>
                  <a:srgbClr val="F3F2F7"/>
                </a:solidFill>
                <a:latin typeface="Space Grotesk"/>
                <a:ea typeface="Space Grotesk"/>
                <a:cs typeface="Space Grotesk"/>
              </a:defRPr>
            </a:lvl4pPr>
            <a:lvl5pPr>
              <a:buNone/>
              <a:defRPr sz="2325" b="1">
                <a:solidFill>
                  <a:srgbClr val="F3F2F7"/>
                </a:solidFill>
                <a:latin typeface="Space Grotesk"/>
                <a:ea typeface="Space Grotesk"/>
                <a:cs typeface="Space Grotesk"/>
              </a:defRPr>
            </a:lvl5pPr>
            <a:lvl6pPr>
              <a:buNone/>
              <a:defRPr sz="2325" b="1">
                <a:solidFill>
                  <a:srgbClr val="F3F2F7"/>
                </a:solidFill>
                <a:latin typeface="Space Grotesk"/>
                <a:ea typeface="Space Grotesk"/>
                <a:cs typeface="Space Grotesk"/>
              </a:defRPr>
            </a:lvl6pPr>
            <a:lvl7pPr>
              <a:buNone/>
              <a:defRPr sz="2325" b="1">
                <a:solidFill>
                  <a:srgbClr val="F3F2F7"/>
                </a:solidFill>
                <a:latin typeface="Space Grotesk"/>
                <a:ea typeface="Space Grotesk"/>
                <a:cs typeface="Space Grotesk"/>
              </a:defRPr>
            </a:lvl7pPr>
            <a:lvl8pPr>
              <a:buNone/>
              <a:defRPr sz="2325" b="1">
                <a:solidFill>
                  <a:srgbClr val="F3F2F7"/>
                </a:solidFill>
                <a:latin typeface="Space Grotesk"/>
                <a:ea typeface="Space Grotesk"/>
                <a:cs typeface="Space Grotesk"/>
              </a:defRPr>
            </a:lvl8pPr>
            <a:lvl9pPr>
              <a:buNone/>
              <a:defRPr sz="2325" b="1">
                <a:solidFill>
                  <a:srgbClr val="F3F2F7"/>
                </a:solidFill>
                <a:latin typeface="Space Grotesk"/>
                <a:ea typeface="Space Grotesk"/>
                <a:cs typeface="Space Grotesk"/>
              </a:defRPr>
            </a:lvl9pPr>
          </a:lstStyle>
          <a:p xmlns:a="http://schemas.openxmlformats.org/drawingml/2006/main">
            <a:pPr>
              <a:buNone/>
              <a:defRPr sz="2325" b="1">
                <a:solidFill>
                  <a:srgbClr val="F3F2F7"/>
                </a:solidFill>
                <a:latin typeface="Space Grotesk"/>
                <a:ea typeface="Space Grotesk"/>
                <a:cs typeface="Space Grotesk"/>
              </a:defRPr>
            </a:pPr>
            <a:r>
              <a:rPr sz="2325" b="1">
                <a:solidFill>
                  <a:srgbClr val="F3F2F7"/>
                </a:solidFill>
                <a:latin typeface="Space Grotesk"/>
                <a:ea typeface="Space Grotesk"/>
                <a:cs typeface="Space Grotesk"/>
              </a:rPr>
              <a:t>Agent marketplace</a:t>
            </a:r>
          </a:p>
        </p:txBody>
      </p:sp>
      <p:sp>
        <p:nvSpPr>
          <p:cNvPr id="13" name="Specialists and multi-step workflows.">
            <a:extLst xmlns:a="http://schemas.openxmlformats.org/drawingml/2006/main">
              <a:ext uri="{FF2B5EF4-FFF2-40B4-BE49-F238E27FC236}">
                <a16:creationId xmlns:a16="http://schemas.microsoft.com/office/drawing/2014/main" id="{49A363BE-B6EC-445A-AD7A-A6983BA7FCF2}"/>
              </a:ext>
            </a:extLst>
          </p:cNvPr>
          <p:cNvSpPr>
            <a:spLocks xmlns:a="http://schemas.openxmlformats.org/drawingml/2006/main" noGrp="1"/>
          </p:cNvSpPr>
          <p:nvPr/>
        </p:nvSpPr>
        <p:spPr>
          <a:xfrm xmlns:a="http://schemas.openxmlformats.org/drawingml/2006/main">
            <a:off x="1571625" y="3705225"/>
            <a:ext cx="4171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B6B6C7"/>
                </a:solidFill>
                <a:latin typeface="Inter"/>
                <a:ea typeface="Inter"/>
                <a:cs typeface="Inter"/>
              </a:defRPr>
            </a:defPPr>
            <a:lvl1pPr>
              <a:buNone/>
              <a:defRPr sz="1725" b="0">
                <a:solidFill>
                  <a:srgbClr val="B6B6C7"/>
                </a:solidFill>
                <a:latin typeface="Inter"/>
                <a:ea typeface="Inter"/>
                <a:cs typeface="Inter"/>
              </a:defRPr>
            </a:lvl1pPr>
            <a:lvl2pPr>
              <a:buNone/>
              <a:defRPr sz="1725" b="0">
                <a:solidFill>
                  <a:srgbClr val="B6B6C7"/>
                </a:solidFill>
                <a:latin typeface="Inter"/>
                <a:ea typeface="Inter"/>
                <a:cs typeface="Inter"/>
              </a:defRPr>
            </a:lvl2pPr>
            <a:lvl3pPr>
              <a:buNone/>
              <a:defRPr sz="1725" b="0">
                <a:solidFill>
                  <a:srgbClr val="B6B6C7"/>
                </a:solidFill>
                <a:latin typeface="Inter"/>
                <a:ea typeface="Inter"/>
                <a:cs typeface="Inter"/>
              </a:defRPr>
            </a:lvl3pPr>
            <a:lvl4pPr>
              <a:buNone/>
              <a:defRPr sz="1725" b="0">
                <a:solidFill>
                  <a:srgbClr val="B6B6C7"/>
                </a:solidFill>
                <a:latin typeface="Inter"/>
                <a:ea typeface="Inter"/>
                <a:cs typeface="Inter"/>
              </a:defRPr>
            </a:lvl4pPr>
            <a:lvl5pPr>
              <a:buNone/>
              <a:defRPr sz="1725" b="0">
                <a:solidFill>
                  <a:srgbClr val="B6B6C7"/>
                </a:solidFill>
                <a:latin typeface="Inter"/>
                <a:ea typeface="Inter"/>
                <a:cs typeface="Inter"/>
              </a:defRPr>
            </a:lvl5pPr>
            <a:lvl6pPr>
              <a:buNone/>
              <a:defRPr sz="1725" b="0">
                <a:solidFill>
                  <a:srgbClr val="B6B6C7"/>
                </a:solidFill>
                <a:latin typeface="Inter"/>
                <a:ea typeface="Inter"/>
                <a:cs typeface="Inter"/>
              </a:defRPr>
            </a:lvl6pPr>
            <a:lvl7pPr>
              <a:buNone/>
              <a:defRPr sz="1725" b="0">
                <a:solidFill>
                  <a:srgbClr val="B6B6C7"/>
                </a:solidFill>
                <a:latin typeface="Inter"/>
                <a:ea typeface="Inter"/>
                <a:cs typeface="Inter"/>
              </a:defRPr>
            </a:lvl7pPr>
            <a:lvl8pPr>
              <a:buNone/>
              <a:defRPr sz="1725" b="0">
                <a:solidFill>
                  <a:srgbClr val="B6B6C7"/>
                </a:solidFill>
                <a:latin typeface="Inter"/>
                <a:ea typeface="Inter"/>
                <a:cs typeface="Inter"/>
              </a:defRPr>
            </a:lvl8pPr>
            <a:lvl9pPr>
              <a:buNone/>
              <a:defRPr sz="1725" b="0">
                <a:solidFill>
                  <a:srgbClr val="B6B6C7"/>
                </a:solidFill>
                <a:latin typeface="Inter"/>
                <a:ea typeface="Inter"/>
                <a:cs typeface="Inter"/>
              </a:defRPr>
            </a:lvl9pPr>
          </a:lstStyle>
          <a:p xmlns:a="http://schemas.openxmlformats.org/drawingml/2006/main">
            <a:pPr>
              <a:buNone/>
              <a:defRPr sz="1725" b="0">
                <a:solidFill>
                  <a:srgbClr val="B6B6C7"/>
                </a:solidFill>
                <a:latin typeface="Inter"/>
                <a:ea typeface="Inter"/>
                <a:cs typeface="Inter"/>
              </a:defRPr>
            </a:pPr>
            <a:r>
              <a:rPr sz="1725" b="0">
                <a:solidFill>
                  <a:srgbClr val="B6B6C7"/>
                </a:solidFill>
                <a:latin typeface="Inter"/>
                <a:ea typeface="Inter"/>
                <a:cs typeface="Inter"/>
              </a:rPr>
              <a:t>Specialists and multi-step workflows.</a:t>
            </a:r>
          </a:p>
        </p:txBody>
      </p:sp>
      <p:sp>
        <p:nvSpPr>
          <p:cNvPr id="14" name="">
            <a:extLst xmlns:a="http://schemas.openxmlformats.org/drawingml/2006/main">
              <a:ext uri="{FF2B5EF4-FFF2-40B4-BE49-F238E27FC236}">
                <a16:creationId xmlns:a16="http://schemas.microsoft.com/office/drawing/2014/main" id="{CCE6293B-6A3D-4453-9F5E-C128CDA5BAA0}"/>
              </a:ext>
            </a:extLst>
          </p:cNvPr>
          <p:cNvSpPr>
            <a:spLocks xmlns:a="http://schemas.openxmlformats.org/drawingml/2006/main" noGrp="1"/>
          </p:cNvSpPr>
          <p:nvPr/>
        </p:nvSpPr>
        <p:spPr>
          <a:xfrm xmlns:a="http://schemas.openxmlformats.org/drawingml/2006/main">
            <a:off x="6210300" y="3009900"/>
            <a:ext cx="5372100" cy="1181100"/>
          </a:xfrm>
          <a:prstGeom xmlns:a="http://schemas.openxmlformats.org/drawingml/2006/main" prst="roundRect">
            <a:avLst>
              <a:gd name="adj" fmla="val 12903"/>
            </a:avLst>
          </a:prstGeom>
          <a:solidFill xmlns:a="http://schemas.openxmlformats.org/drawingml/2006/main">
            <a:srgbClr val="1B1D26"/>
          </a:solidFill>
          <a:ln xmlns:a="http://schemas.openxmlformats.org/drawingml/2006/main" w="9525">
            <a:solidFill>
              <a:srgbClr val="343745"/>
            </a:solidFill>
          </a:ln>
        </p:spPr>
      </p:sp>
      <p:pic>
        <p:nvPicPr>
          <p:cNvPr id="15" name="">
            <a:extLst xmlns:a="http://schemas.openxmlformats.org/drawingml/2006/main">
              <a:ext uri="{FF2B5EF4-FFF2-40B4-BE49-F238E27FC236}">
                <a16:creationId xmlns:a16="http://schemas.microsoft.com/office/drawing/2014/main" id="{D62EF2E9-7B84-45F5-B1FA-7BCDD81A1744}"/>
              </a:ext>
            </a:extLst>
          </p:cNvPr>
          <p:cNvPicPr>
            <a:picLocks xmlns:a="http://schemas.openxmlformats.org/drawingml/2006/main" noChangeAspect="1"/>
          </p:cNvPicPr>
          <p:nvPr/>
        </p:nvPicPr>
        <p:blipFill>
          <a:blip xmlns:r="http://schemas.openxmlformats.org/officeDocument/2006/relationships" xmlns:a="http://schemas.openxmlformats.org/drawingml/2006/main" r:embed="Rbd7e97d1766649e0"/>
          <a:stretch xmlns:a="http://schemas.openxmlformats.org/drawingml/2006/main"/>
        </p:blipFill>
        <p:spPr>
          <a:xfrm xmlns:a="http://schemas.openxmlformats.org/drawingml/2006/main">
            <a:off x="6324600" y="3181350"/>
            <a:ext cx="704850" cy="704850"/>
          </a:xfrm>
          <a:prstGeom xmlns:a="http://schemas.openxmlformats.org/drawingml/2006/main" prst="rect">
            <a:avLst/>
          </a:prstGeom>
        </p:spPr>
      </p:pic>
      <p:sp>
        <p:nvSpPr>
          <p:cNvPr id="16" name="Automated hiring">
            <a:extLst xmlns:a="http://schemas.openxmlformats.org/drawingml/2006/main">
              <a:ext uri="{FF2B5EF4-FFF2-40B4-BE49-F238E27FC236}">
                <a16:creationId xmlns:a16="http://schemas.microsoft.com/office/drawing/2014/main" id="{CB69FD5C-FF2D-4F70-B54F-56364AE66C3D}"/>
              </a:ext>
            </a:extLst>
          </p:cNvPr>
          <p:cNvSpPr>
            <a:spLocks xmlns:a="http://schemas.openxmlformats.org/drawingml/2006/main" noGrp="1"/>
          </p:cNvSpPr>
          <p:nvPr/>
        </p:nvSpPr>
        <p:spPr>
          <a:xfrm xmlns:a="http://schemas.openxmlformats.org/drawingml/2006/main">
            <a:off x="7172325" y="3190875"/>
            <a:ext cx="41719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325" b="1">
                <a:solidFill>
                  <a:srgbClr val="F3F2F7"/>
                </a:solidFill>
                <a:latin typeface="Space Grotesk"/>
                <a:ea typeface="Space Grotesk"/>
                <a:cs typeface="Space Grotesk"/>
              </a:defRPr>
            </a:defPPr>
            <a:lvl1pPr>
              <a:buNone/>
              <a:defRPr sz="2325" b="1">
                <a:solidFill>
                  <a:srgbClr val="F3F2F7"/>
                </a:solidFill>
                <a:latin typeface="Space Grotesk"/>
                <a:ea typeface="Space Grotesk"/>
                <a:cs typeface="Space Grotesk"/>
              </a:defRPr>
            </a:lvl1pPr>
            <a:lvl2pPr>
              <a:buNone/>
              <a:defRPr sz="2325" b="1">
                <a:solidFill>
                  <a:srgbClr val="F3F2F7"/>
                </a:solidFill>
                <a:latin typeface="Space Grotesk"/>
                <a:ea typeface="Space Grotesk"/>
                <a:cs typeface="Space Grotesk"/>
              </a:defRPr>
            </a:lvl2pPr>
            <a:lvl3pPr>
              <a:buNone/>
              <a:defRPr sz="2325" b="1">
                <a:solidFill>
                  <a:srgbClr val="F3F2F7"/>
                </a:solidFill>
                <a:latin typeface="Space Grotesk"/>
                <a:ea typeface="Space Grotesk"/>
                <a:cs typeface="Space Grotesk"/>
              </a:defRPr>
            </a:lvl3pPr>
            <a:lvl4pPr>
              <a:buNone/>
              <a:defRPr sz="2325" b="1">
                <a:solidFill>
                  <a:srgbClr val="F3F2F7"/>
                </a:solidFill>
                <a:latin typeface="Space Grotesk"/>
                <a:ea typeface="Space Grotesk"/>
                <a:cs typeface="Space Grotesk"/>
              </a:defRPr>
            </a:lvl4pPr>
            <a:lvl5pPr>
              <a:buNone/>
              <a:defRPr sz="2325" b="1">
                <a:solidFill>
                  <a:srgbClr val="F3F2F7"/>
                </a:solidFill>
                <a:latin typeface="Space Grotesk"/>
                <a:ea typeface="Space Grotesk"/>
                <a:cs typeface="Space Grotesk"/>
              </a:defRPr>
            </a:lvl5pPr>
            <a:lvl6pPr>
              <a:buNone/>
              <a:defRPr sz="2325" b="1">
                <a:solidFill>
                  <a:srgbClr val="F3F2F7"/>
                </a:solidFill>
                <a:latin typeface="Space Grotesk"/>
                <a:ea typeface="Space Grotesk"/>
                <a:cs typeface="Space Grotesk"/>
              </a:defRPr>
            </a:lvl6pPr>
            <a:lvl7pPr>
              <a:buNone/>
              <a:defRPr sz="2325" b="1">
                <a:solidFill>
                  <a:srgbClr val="F3F2F7"/>
                </a:solidFill>
                <a:latin typeface="Space Grotesk"/>
                <a:ea typeface="Space Grotesk"/>
                <a:cs typeface="Space Grotesk"/>
              </a:defRPr>
            </a:lvl7pPr>
            <a:lvl8pPr>
              <a:buNone/>
              <a:defRPr sz="2325" b="1">
                <a:solidFill>
                  <a:srgbClr val="F3F2F7"/>
                </a:solidFill>
                <a:latin typeface="Space Grotesk"/>
                <a:ea typeface="Space Grotesk"/>
                <a:cs typeface="Space Grotesk"/>
              </a:defRPr>
            </a:lvl8pPr>
            <a:lvl9pPr>
              <a:buNone/>
              <a:defRPr sz="2325" b="1">
                <a:solidFill>
                  <a:srgbClr val="F3F2F7"/>
                </a:solidFill>
                <a:latin typeface="Space Grotesk"/>
                <a:ea typeface="Space Grotesk"/>
                <a:cs typeface="Space Grotesk"/>
              </a:defRPr>
            </a:lvl9pPr>
          </a:lstStyle>
          <a:p xmlns:a="http://schemas.openxmlformats.org/drawingml/2006/main">
            <a:pPr>
              <a:buNone/>
              <a:defRPr sz="2325" b="1">
                <a:solidFill>
                  <a:srgbClr val="F3F2F7"/>
                </a:solidFill>
                <a:latin typeface="Space Grotesk"/>
                <a:ea typeface="Space Grotesk"/>
                <a:cs typeface="Space Grotesk"/>
              </a:defRPr>
            </a:pPr>
            <a:r>
              <a:rPr sz="2325" b="1">
                <a:solidFill>
                  <a:srgbClr val="F3F2F7"/>
                </a:solidFill>
                <a:latin typeface="Space Grotesk"/>
                <a:ea typeface="Space Grotesk"/>
                <a:cs typeface="Space Grotesk"/>
              </a:rPr>
              <a:t>Automated hiring</a:t>
            </a:r>
          </a:p>
        </p:txBody>
      </p:sp>
      <p:sp>
        <p:nvSpPr>
          <p:cNvPr id="17" name="Within explicit owner grants.">
            <a:extLst xmlns:a="http://schemas.openxmlformats.org/drawingml/2006/main">
              <a:ext uri="{FF2B5EF4-FFF2-40B4-BE49-F238E27FC236}">
                <a16:creationId xmlns:a16="http://schemas.microsoft.com/office/drawing/2014/main" id="{BCEFA2C1-4249-483D-B43D-10F3206A4E69}"/>
              </a:ext>
            </a:extLst>
          </p:cNvPr>
          <p:cNvSpPr>
            <a:spLocks xmlns:a="http://schemas.openxmlformats.org/drawingml/2006/main" noGrp="1"/>
          </p:cNvSpPr>
          <p:nvPr/>
        </p:nvSpPr>
        <p:spPr>
          <a:xfrm xmlns:a="http://schemas.openxmlformats.org/drawingml/2006/main">
            <a:off x="7172325" y="3705225"/>
            <a:ext cx="4171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B6B6C7"/>
                </a:solidFill>
                <a:latin typeface="Inter"/>
                <a:ea typeface="Inter"/>
                <a:cs typeface="Inter"/>
              </a:defRPr>
            </a:defPPr>
            <a:lvl1pPr>
              <a:buNone/>
              <a:defRPr sz="1725" b="0">
                <a:solidFill>
                  <a:srgbClr val="B6B6C7"/>
                </a:solidFill>
                <a:latin typeface="Inter"/>
                <a:ea typeface="Inter"/>
                <a:cs typeface="Inter"/>
              </a:defRPr>
            </a:lvl1pPr>
            <a:lvl2pPr>
              <a:buNone/>
              <a:defRPr sz="1725" b="0">
                <a:solidFill>
                  <a:srgbClr val="B6B6C7"/>
                </a:solidFill>
                <a:latin typeface="Inter"/>
                <a:ea typeface="Inter"/>
                <a:cs typeface="Inter"/>
              </a:defRPr>
            </a:lvl2pPr>
            <a:lvl3pPr>
              <a:buNone/>
              <a:defRPr sz="1725" b="0">
                <a:solidFill>
                  <a:srgbClr val="B6B6C7"/>
                </a:solidFill>
                <a:latin typeface="Inter"/>
                <a:ea typeface="Inter"/>
                <a:cs typeface="Inter"/>
              </a:defRPr>
            </a:lvl3pPr>
            <a:lvl4pPr>
              <a:buNone/>
              <a:defRPr sz="1725" b="0">
                <a:solidFill>
                  <a:srgbClr val="B6B6C7"/>
                </a:solidFill>
                <a:latin typeface="Inter"/>
                <a:ea typeface="Inter"/>
                <a:cs typeface="Inter"/>
              </a:defRPr>
            </a:lvl4pPr>
            <a:lvl5pPr>
              <a:buNone/>
              <a:defRPr sz="1725" b="0">
                <a:solidFill>
                  <a:srgbClr val="B6B6C7"/>
                </a:solidFill>
                <a:latin typeface="Inter"/>
                <a:ea typeface="Inter"/>
                <a:cs typeface="Inter"/>
              </a:defRPr>
            </a:lvl5pPr>
            <a:lvl6pPr>
              <a:buNone/>
              <a:defRPr sz="1725" b="0">
                <a:solidFill>
                  <a:srgbClr val="B6B6C7"/>
                </a:solidFill>
                <a:latin typeface="Inter"/>
                <a:ea typeface="Inter"/>
                <a:cs typeface="Inter"/>
              </a:defRPr>
            </a:lvl6pPr>
            <a:lvl7pPr>
              <a:buNone/>
              <a:defRPr sz="1725" b="0">
                <a:solidFill>
                  <a:srgbClr val="B6B6C7"/>
                </a:solidFill>
                <a:latin typeface="Inter"/>
                <a:ea typeface="Inter"/>
                <a:cs typeface="Inter"/>
              </a:defRPr>
            </a:lvl7pPr>
            <a:lvl8pPr>
              <a:buNone/>
              <a:defRPr sz="1725" b="0">
                <a:solidFill>
                  <a:srgbClr val="B6B6C7"/>
                </a:solidFill>
                <a:latin typeface="Inter"/>
                <a:ea typeface="Inter"/>
                <a:cs typeface="Inter"/>
              </a:defRPr>
            </a:lvl8pPr>
            <a:lvl9pPr>
              <a:buNone/>
              <a:defRPr sz="1725" b="0">
                <a:solidFill>
                  <a:srgbClr val="B6B6C7"/>
                </a:solidFill>
                <a:latin typeface="Inter"/>
                <a:ea typeface="Inter"/>
                <a:cs typeface="Inter"/>
              </a:defRPr>
            </a:lvl9pPr>
          </a:lstStyle>
          <a:p xmlns:a="http://schemas.openxmlformats.org/drawingml/2006/main">
            <a:pPr>
              <a:buNone/>
              <a:defRPr sz="1725" b="0">
                <a:solidFill>
                  <a:srgbClr val="B6B6C7"/>
                </a:solidFill>
                <a:latin typeface="Inter"/>
                <a:ea typeface="Inter"/>
                <a:cs typeface="Inter"/>
              </a:defRPr>
            </a:pPr>
            <a:r>
              <a:rPr sz="1725" b="0">
                <a:solidFill>
                  <a:srgbClr val="B6B6C7"/>
                </a:solidFill>
                <a:latin typeface="Inter"/>
                <a:ea typeface="Inter"/>
                <a:cs typeface="Inter"/>
              </a:rPr>
              <a:t>Within explicit owner grants.</a:t>
            </a:r>
          </a:p>
        </p:txBody>
      </p:sp>
      <p:sp>
        <p:nvSpPr>
          <p:cNvPr id="18" name="">
            <a:extLst xmlns:a="http://schemas.openxmlformats.org/drawingml/2006/main">
              <a:ext uri="{FF2B5EF4-FFF2-40B4-BE49-F238E27FC236}">
                <a16:creationId xmlns:a16="http://schemas.microsoft.com/office/drawing/2014/main" id="{6402D160-6359-4BC3-B3B3-CF908CF1EFAD}"/>
              </a:ext>
            </a:extLst>
          </p:cNvPr>
          <p:cNvSpPr>
            <a:spLocks xmlns:a="http://schemas.openxmlformats.org/drawingml/2006/main" noGrp="1"/>
          </p:cNvSpPr>
          <p:nvPr/>
        </p:nvSpPr>
        <p:spPr>
          <a:xfrm xmlns:a="http://schemas.openxmlformats.org/drawingml/2006/main">
            <a:off x="609600" y="4362450"/>
            <a:ext cx="5372100" cy="1181100"/>
          </a:xfrm>
          <a:prstGeom xmlns:a="http://schemas.openxmlformats.org/drawingml/2006/main" prst="roundRect">
            <a:avLst>
              <a:gd name="adj" fmla="val 12903"/>
            </a:avLst>
          </a:prstGeom>
          <a:solidFill xmlns:a="http://schemas.openxmlformats.org/drawingml/2006/main">
            <a:srgbClr val="1B1D26"/>
          </a:solidFill>
          <a:ln xmlns:a="http://schemas.openxmlformats.org/drawingml/2006/main" w="9525">
            <a:solidFill>
              <a:srgbClr val="343745"/>
            </a:solidFill>
          </a:ln>
        </p:spPr>
      </p:sp>
      <p:pic>
        <p:nvPicPr>
          <p:cNvPr id="19" name="">
            <a:extLst xmlns:a="http://schemas.openxmlformats.org/drawingml/2006/main">
              <a:ext uri="{FF2B5EF4-FFF2-40B4-BE49-F238E27FC236}">
                <a16:creationId xmlns:a16="http://schemas.microsoft.com/office/drawing/2014/main" id="{2D23F6B0-33A6-4427-BC4E-FFB7C8586ADD}"/>
              </a:ext>
            </a:extLst>
          </p:cNvPr>
          <p:cNvPicPr>
            <a:picLocks xmlns:a="http://schemas.openxmlformats.org/drawingml/2006/main" noChangeAspect="1"/>
          </p:cNvPicPr>
          <p:nvPr/>
        </p:nvPicPr>
        <p:blipFill>
          <a:blip xmlns:r="http://schemas.openxmlformats.org/officeDocument/2006/relationships" xmlns:a="http://schemas.openxmlformats.org/drawingml/2006/main" r:embed="R780f3d811a2c4e58"/>
          <a:stretch xmlns:a="http://schemas.openxmlformats.org/drawingml/2006/main"/>
        </p:blipFill>
        <p:spPr>
          <a:xfrm xmlns:a="http://schemas.openxmlformats.org/drawingml/2006/main">
            <a:off x="723900" y="4533900"/>
            <a:ext cx="704850" cy="704850"/>
          </a:xfrm>
          <a:prstGeom xmlns:a="http://schemas.openxmlformats.org/drawingml/2006/main" prst="rect">
            <a:avLst/>
          </a:prstGeom>
        </p:spPr>
      </p:pic>
      <p:sp>
        <p:nvSpPr>
          <p:cNvPr id="20" name="Connected tools">
            <a:extLst xmlns:a="http://schemas.openxmlformats.org/drawingml/2006/main">
              <a:ext uri="{FF2B5EF4-FFF2-40B4-BE49-F238E27FC236}">
                <a16:creationId xmlns:a16="http://schemas.microsoft.com/office/drawing/2014/main" id="{F0218140-4F6D-4F24-8FF5-1EA8F647285A}"/>
              </a:ext>
            </a:extLst>
          </p:cNvPr>
          <p:cNvSpPr>
            <a:spLocks xmlns:a="http://schemas.openxmlformats.org/drawingml/2006/main" noGrp="1"/>
          </p:cNvSpPr>
          <p:nvPr/>
        </p:nvSpPr>
        <p:spPr>
          <a:xfrm xmlns:a="http://schemas.openxmlformats.org/drawingml/2006/main">
            <a:off x="1571625" y="4543425"/>
            <a:ext cx="41719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325" b="1">
                <a:solidFill>
                  <a:srgbClr val="F3F2F7"/>
                </a:solidFill>
                <a:latin typeface="Space Grotesk"/>
                <a:ea typeface="Space Grotesk"/>
                <a:cs typeface="Space Grotesk"/>
              </a:defRPr>
            </a:defPPr>
            <a:lvl1pPr>
              <a:buNone/>
              <a:defRPr sz="2325" b="1">
                <a:solidFill>
                  <a:srgbClr val="F3F2F7"/>
                </a:solidFill>
                <a:latin typeface="Space Grotesk"/>
                <a:ea typeface="Space Grotesk"/>
                <a:cs typeface="Space Grotesk"/>
              </a:defRPr>
            </a:lvl1pPr>
            <a:lvl2pPr>
              <a:buNone/>
              <a:defRPr sz="2325" b="1">
                <a:solidFill>
                  <a:srgbClr val="F3F2F7"/>
                </a:solidFill>
                <a:latin typeface="Space Grotesk"/>
                <a:ea typeface="Space Grotesk"/>
                <a:cs typeface="Space Grotesk"/>
              </a:defRPr>
            </a:lvl2pPr>
            <a:lvl3pPr>
              <a:buNone/>
              <a:defRPr sz="2325" b="1">
                <a:solidFill>
                  <a:srgbClr val="F3F2F7"/>
                </a:solidFill>
                <a:latin typeface="Space Grotesk"/>
                <a:ea typeface="Space Grotesk"/>
                <a:cs typeface="Space Grotesk"/>
              </a:defRPr>
            </a:lvl3pPr>
            <a:lvl4pPr>
              <a:buNone/>
              <a:defRPr sz="2325" b="1">
                <a:solidFill>
                  <a:srgbClr val="F3F2F7"/>
                </a:solidFill>
                <a:latin typeface="Space Grotesk"/>
                <a:ea typeface="Space Grotesk"/>
                <a:cs typeface="Space Grotesk"/>
              </a:defRPr>
            </a:lvl4pPr>
            <a:lvl5pPr>
              <a:buNone/>
              <a:defRPr sz="2325" b="1">
                <a:solidFill>
                  <a:srgbClr val="F3F2F7"/>
                </a:solidFill>
                <a:latin typeface="Space Grotesk"/>
                <a:ea typeface="Space Grotesk"/>
                <a:cs typeface="Space Grotesk"/>
              </a:defRPr>
            </a:lvl5pPr>
            <a:lvl6pPr>
              <a:buNone/>
              <a:defRPr sz="2325" b="1">
                <a:solidFill>
                  <a:srgbClr val="F3F2F7"/>
                </a:solidFill>
                <a:latin typeface="Space Grotesk"/>
                <a:ea typeface="Space Grotesk"/>
                <a:cs typeface="Space Grotesk"/>
              </a:defRPr>
            </a:lvl6pPr>
            <a:lvl7pPr>
              <a:buNone/>
              <a:defRPr sz="2325" b="1">
                <a:solidFill>
                  <a:srgbClr val="F3F2F7"/>
                </a:solidFill>
                <a:latin typeface="Space Grotesk"/>
                <a:ea typeface="Space Grotesk"/>
                <a:cs typeface="Space Grotesk"/>
              </a:defRPr>
            </a:lvl7pPr>
            <a:lvl8pPr>
              <a:buNone/>
              <a:defRPr sz="2325" b="1">
                <a:solidFill>
                  <a:srgbClr val="F3F2F7"/>
                </a:solidFill>
                <a:latin typeface="Space Grotesk"/>
                <a:ea typeface="Space Grotesk"/>
                <a:cs typeface="Space Grotesk"/>
              </a:defRPr>
            </a:lvl8pPr>
            <a:lvl9pPr>
              <a:buNone/>
              <a:defRPr sz="2325" b="1">
                <a:solidFill>
                  <a:srgbClr val="F3F2F7"/>
                </a:solidFill>
                <a:latin typeface="Space Grotesk"/>
                <a:ea typeface="Space Grotesk"/>
                <a:cs typeface="Space Grotesk"/>
              </a:defRPr>
            </a:lvl9pPr>
          </a:lstStyle>
          <a:p xmlns:a="http://schemas.openxmlformats.org/drawingml/2006/main">
            <a:pPr>
              <a:buNone/>
              <a:defRPr sz="2325" b="1">
                <a:solidFill>
                  <a:srgbClr val="F3F2F7"/>
                </a:solidFill>
                <a:latin typeface="Space Grotesk"/>
                <a:ea typeface="Space Grotesk"/>
                <a:cs typeface="Space Grotesk"/>
              </a:defRPr>
            </a:pPr>
            <a:r>
              <a:rPr sz="2325" b="1">
                <a:solidFill>
                  <a:srgbClr val="F3F2F7"/>
                </a:solidFill>
                <a:latin typeface="Space Grotesk"/>
                <a:ea typeface="Space Grotesk"/>
                <a:cs typeface="Space Grotesk"/>
              </a:rPr>
              <a:t>Connected tools</a:t>
            </a:r>
          </a:p>
        </p:txBody>
      </p:sp>
      <p:sp>
        <p:nvSpPr>
          <p:cNvPr id="21" name="Third-party MCP and browsing.">
            <a:extLst xmlns:a="http://schemas.openxmlformats.org/drawingml/2006/main">
              <a:ext uri="{FF2B5EF4-FFF2-40B4-BE49-F238E27FC236}">
                <a16:creationId xmlns:a16="http://schemas.microsoft.com/office/drawing/2014/main" id="{5515D3A3-3FF9-4889-B2AD-0129EAA4D12E}"/>
              </a:ext>
            </a:extLst>
          </p:cNvPr>
          <p:cNvSpPr>
            <a:spLocks xmlns:a="http://schemas.openxmlformats.org/drawingml/2006/main" noGrp="1"/>
          </p:cNvSpPr>
          <p:nvPr/>
        </p:nvSpPr>
        <p:spPr>
          <a:xfrm xmlns:a="http://schemas.openxmlformats.org/drawingml/2006/main">
            <a:off x="1571625" y="5057775"/>
            <a:ext cx="4171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B6B6C7"/>
                </a:solidFill>
                <a:latin typeface="Inter"/>
                <a:ea typeface="Inter"/>
                <a:cs typeface="Inter"/>
              </a:defRPr>
            </a:defPPr>
            <a:lvl1pPr>
              <a:buNone/>
              <a:defRPr sz="1725" b="0">
                <a:solidFill>
                  <a:srgbClr val="B6B6C7"/>
                </a:solidFill>
                <a:latin typeface="Inter"/>
                <a:ea typeface="Inter"/>
                <a:cs typeface="Inter"/>
              </a:defRPr>
            </a:lvl1pPr>
            <a:lvl2pPr>
              <a:buNone/>
              <a:defRPr sz="1725" b="0">
                <a:solidFill>
                  <a:srgbClr val="B6B6C7"/>
                </a:solidFill>
                <a:latin typeface="Inter"/>
                <a:ea typeface="Inter"/>
                <a:cs typeface="Inter"/>
              </a:defRPr>
            </a:lvl2pPr>
            <a:lvl3pPr>
              <a:buNone/>
              <a:defRPr sz="1725" b="0">
                <a:solidFill>
                  <a:srgbClr val="B6B6C7"/>
                </a:solidFill>
                <a:latin typeface="Inter"/>
                <a:ea typeface="Inter"/>
                <a:cs typeface="Inter"/>
              </a:defRPr>
            </a:lvl3pPr>
            <a:lvl4pPr>
              <a:buNone/>
              <a:defRPr sz="1725" b="0">
                <a:solidFill>
                  <a:srgbClr val="B6B6C7"/>
                </a:solidFill>
                <a:latin typeface="Inter"/>
                <a:ea typeface="Inter"/>
                <a:cs typeface="Inter"/>
              </a:defRPr>
            </a:lvl4pPr>
            <a:lvl5pPr>
              <a:buNone/>
              <a:defRPr sz="1725" b="0">
                <a:solidFill>
                  <a:srgbClr val="B6B6C7"/>
                </a:solidFill>
                <a:latin typeface="Inter"/>
                <a:ea typeface="Inter"/>
                <a:cs typeface="Inter"/>
              </a:defRPr>
            </a:lvl5pPr>
            <a:lvl6pPr>
              <a:buNone/>
              <a:defRPr sz="1725" b="0">
                <a:solidFill>
                  <a:srgbClr val="B6B6C7"/>
                </a:solidFill>
                <a:latin typeface="Inter"/>
                <a:ea typeface="Inter"/>
                <a:cs typeface="Inter"/>
              </a:defRPr>
            </a:lvl6pPr>
            <a:lvl7pPr>
              <a:buNone/>
              <a:defRPr sz="1725" b="0">
                <a:solidFill>
                  <a:srgbClr val="B6B6C7"/>
                </a:solidFill>
                <a:latin typeface="Inter"/>
                <a:ea typeface="Inter"/>
                <a:cs typeface="Inter"/>
              </a:defRPr>
            </a:lvl7pPr>
            <a:lvl8pPr>
              <a:buNone/>
              <a:defRPr sz="1725" b="0">
                <a:solidFill>
                  <a:srgbClr val="B6B6C7"/>
                </a:solidFill>
                <a:latin typeface="Inter"/>
                <a:ea typeface="Inter"/>
                <a:cs typeface="Inter"/>
              </a:defRPr>
            </a:lvl8pPr>
            <a:lvl9pPr>
              <a:buNone/>
              <a:defRPr sz="1725" b="0">
                <a:solidFill>
                  <a:srgbClr val="B6B6C7"/>
                </a:solidFill>
                <a:latin typeface="Inter"/>
                <a:ea typeface="Inter"/>
                <a:cs typeface="Inter"/>
              </a:defRPr>
            </a:lvl9pPr>
          </a:lstStyle>
          <a:p xmlns:a="http://schemas.openxmlformats.org/drawingml/2006/main">
            <a:pPr>
              <a:buNone/>
              <a:defRPr sz="1725" b="0">
                <a:solidFill>
                  <a:srgbClr val="B6B6C7"/>
                </a:solidFill>
                <a:latin typeface="Inter"/>
                <a:ea typeface="Inter"/>
                <a:cs typeface="Inter"/>
              </a:defRPr>
            </a:pPr>
            <a:r>
              <a:rPr sz="1725" b="0">
                <a:solidFill>
                  <a:srgbClr val="B6B6C7"/>
                </a:solidFill>
                <a:latin typeface="Inter"/>
                <a:ea typeface="Inter"/>
                <a:cs typeface="Inter"/>
              </a:rPr>
              <a:t>Third-party MCP and browsing.</a:t>
            </a:r>
          </a:p>
        </p:txBody>
      </p:sp>
      <p:sp>
        <p:nvSpPr>
          <p:cNvPr id="22" name="">
            <a:extLst xmlns:a="http://schemas.openxmlformats.org/drawingml/2006/main">
              <a:ext uri="{FF2B5EF4-FFF2-40B4-BE49-F238E27FC236}">
                <a16:creationId xmlns:a16="http://schemas.microsoft.com/office/drawing/2014/main" id="{D7FD6843-C378-423E-9119-1D05CAE953B0}"/>
              </a:ext>
            </a:extLst>
          </p:cNvPr>
          <p:cNvSpPr>
            <a:spLocks xmlns:a="http://schemas.openxmlformats.org/drawingml/2006/main" noGrp="1"/>
          </p:cNvSpPr>
          <p:nvPr/>
        </p:nvSpPr>
        <p:spPr>
          <a:xfrm xmlns:a="http://schemas.openxmlformats.org/drawingml/2006/main">
            <a:off x="6210300" y="4362450"/>
            <a:ext cx="5372100" cy="1181100"/>
          </a:xfrm>
          <a:prstGeom xmlns:a="http://schemas.openxmlformats.org/drawingml/2006/main" prst="roundRect">
            <a:avLst>
              <a:gd name="adj" fmla="val 12903"/>
            </a:avLst>
          </a:prstGeom>
          <a:solidFill xmlns:a="http://schemas.openxmlformats.org/drawingml/2006/main">
            <a:srgbClr val="1B1D26"/>
          </a:solidFill>
          <a:ln xmlns:a="http://schemas.openxmlformats.org/drawingml/2006/main" w="9525">
            <a:solidFill>
              <a:srgbClr val="343745"/>
            </a:solidFill>
          </a:ln>
        </p:spPr>
      </p:sp>
      <p:pic>
        <p:nvPicPr>
          <p:cNvPr id="23" name="">
            <a:extLst xmlns:a="http://schemas.openxmlformats.org/drawingml/2006/main">
              <a:ext uri="{FF2B5EF4-FFF2-40B4-BE49-F238E27FC236}">
                <a16:creationId xmlns:a16="http://schemas.microsoft.com/office/drawing/2014/main" id="{5823B1DC-F987-4003-B267-3B88D234784B}"/>
              </a:ext>
            </a:extLst>
          </p:cNvPr>
          <p:cNvPicPr>
            <a:picLocks xmlns:a="http://schemas.openxmlformats.org/drawingml/2006/main" noChangeAspect="1"/>
          </p:cNvPicPr>
          <p:nvPr/>
        </p:nvPicPr>
        <p:blipFill>
          <a:blip xmlns:r="http://schemas.openxmlformats.org/officeDocument/2006/relationships" xmlns:a="http://schemas.openxmlformats.org/drawingml/2006/main" r:embed="Rf9c9f541fef144f1"/>
          <a:stretch xmlns:a="http://schemas.openxmlformats.org/drawingml/2006/main"/>
        </p:blipFill>
        <p:spPr>
          <a:xfrm xmlns:a="http://schemas.openxmlformats.org/drawingml/2006/main">
            <a:off x="6324600" y="4533900"/>
            <a:ext cx="704850" cy="704850"/>
          </a:xfrm>
          <a:prstGeom xmlns:a="http://schemas.openxmlformats.org/drawingml/2006/main" prst="rect">
            <a:avLst/>
          </a:prstGeom>
        </p:spPr>
      </p:pic>
      <p:sp>
        <p:nvSpPr>
          <p:cNvPr id="24" name="Owner controls">
            <a:extLst xmlns:a="http://schemas.openxmlformats.org/drawingml/2006/main">
              <a:ext uri="{FF2B5EF4-FFF2-40B4-BE49-F238E27FC236}">
                <a16:creationId xmlns:a16="http://schemas.microsoft.com/office/drawing/2014/main" id="{A487340D-EE87-469B-929C-F68460B1A800}"/>
              </a:ext>
            </a:extLst>
          </p:cNvPr>
          <p:cNvSpPr>
            <a:spLocks xmlns:a="http://schemas.openxmlformats.org/drawingml/2006/main" noGrp="1"/>
          </p:cNvSpPr>
          <p:nvPr/>
        </p:nvSpPr>
        <p:spPr>
          <a:xfrm xmlns:a="http://schemas.openxmlformats.org/drawingml/2006/main">
            <a:off x="7172325" y="4543425"/>
            <a:ext cx="41719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325" b="1">
                <a:solidFill>
                  <a:srgbClr val="F3F2F7"/>
                </a:solidFill>
                <a:latin typeface="Space Grotesk"/>
                <a:ea typeface="Space Grotesk"/>
                <a:cs typeface="Space Grotesk"/>
              </a:defRPr>
            </a:defPPr>
            <a:lvl1pPr>
              <a:buNone/>
              <a:defRPr sz="2325" b="1">
                <a:solidFill>
                  <a:srgbClr val="F3F2F7"/>
                </a:solidFill>
                <a:latin typeface="Space Grotesk"/>
                <a:ea typeface="Space Grotesk"/>
                <a:cs typeface="Space Grotesk"/>
              </a:defRPr>
            </a:lvl1pPr>
            <a:lvl2pPr>
              <a:buNone/>
              <a:defRPr sz="2325" b="1">
                <a:solidFill>
                  <a:srgbClr val="F3F2F7"/>
                </a:solidFill>
                <a:latin typeface="Space Grotesk"/>
                <a:ea typeface="Space Grotesk"/>
                <a:cs typeface="Space Grotesk"/>
              </a:defRPr>
            </a:lvl2pPr>
            <a:lvl3pPr>
              <a:buNone/>
              <a:defRPr sz="2325" b="1">
                <a:solidFill>
                  <a:srgbClr val="F3F2F7"/>
                </a:solidFill>
                <a:latin typeface="Space Grotesk"/>
                <a:ea typeface="Space Grotesk"/>
                <a:cs typeface="Space Grotesk"/>
              </a:defRPr>
            </a:lvl3pPr>
            <a:lvl4pPr>
              <a:buNone/>
              <a:defRPr sz="2325" b="1">
                <a:solidFill>
                  <a:srgbClr val="F3F2F7"/>
                </a:solidFill>
                <a:latin typeface="Space Grotesk"/>
                <a:ea typeface="Space Grotesk"/>
                <a:cs typeface="Space Grotesk"/>
              </a:defRPr>
            </a:lvl4pPr>
            <a:lvl5pPr>
              <a:buNone/>
              <a:defRPr sz="2325" b="1">
                <a:solidFill>
                  <a:srgbClr val="F3F2F7"/>
                </a:solidFill>
                <a:latin typeface="Space Grotesk"/>
                <a:ea typeface="Space Grotesk"/>
                <a:cs typeface="Space Grotesk"/>
              </a:defRPr>
            </a:lvl5pPr>
            <a:lvl6pPr>
              <a:buNone/>
              <a:defRPr sz="2325" b="1">
                <a:solidFill>
                  <a:srgbClr val="F3F2F7"/>
                </a:solidFill>
                <a:latin typeface="Space Grotesk"/>
                <a:ea typeface="Space Grotesk"/>
                <a:cs typeface="Space Grotesk"/>
              </a:defRPr>
            </a:lvl6pPr>
            <a:lvl7pPr>
              <a:buNone/>
              <a:defRPr sz="2325" b="1">
                <a:solidFill>
                  <a:srgbClr val="F3F2F7"/>
                </a:solidFill>
                <a:latin typeface="Space Grotesk"/>
                <a:ea typeface="Space Grotesk"/>
                <a:cs typeface="Space Grotesk"/>
              </a:defRPr>
            </a:lvl7pPr>
            <a:lvl8pPr>
              <a:buNone/>
              <a:defRPr sz="2325" b="1">
                <a:solidFill>
                  <a:srgbClr val="F3F2F7"/>
                </a:solidFill>
                <a:latin typeface="Space Grotesk"/>
                <a:ea typeface="Space Grotesk"/>
                <a:cs typeface="Space Grotesk"/>
              </a:defRPr>
            </a:lvl8pPr>
            <a:lvl9pPr>
              <a:buNone/>
              <a:defRPr sz="2325" b="1">
                <a:solidFill>
                  <a:srgbClr val="F3F2F7"/>
                </a:solidFill>
                <a:latin typeface="Space Grotesk"/>
                <a:ea typeface="Space Grotesk"/>
                <a:cs typeface="Space Grotesk"/>
              </a:defRPr>
            </a:lvl9pPr>
          </a:lstStyle>
          <a:p xmlns:a="http://schemas.openxmlformats.org/drawingml/2006/main">
            <a:pPr>
              <a:buNone/>
              <a:defRPr sz="2325" b="1">
                <a:solidFill>
                  <a:srgbClr val="F3F2F7"/>
                </a:solidFill>
                <a:latin typeface="Space Grotesk"/>
                <a:ea typeface="Space Grotesk"/>
                <a:cs typeface="Space Grotesk"/>
              </a:defRPr>
            </a:pPr>
            <a:r>
              <a:rPr sz="2325" b="1">
                <a:solidFill>
                  <a:srgbClr val="F3F2F7"/>
                </a:solidFill>
                <a:latin typeface="Space Grotesk"/>
                <a:ea typeface="Space Grotesk"/>
                <a:cs typeface="Space Grotesk"/>
              </a:rPr>
              <a:t>Owner controls</a:t>
            </a:r>
          </a:p>
        </p:txBody>
      </p:sp>
      <p:sp>
        <p:nvSpPr>
          <p:cNvPr id="25" name="Limits, monitoring and recovery.">
            <a:extLst xmlns:a="http://schemas.openxmlformats.org/drawingml/2006/main">
              <a:ext uri="{FF2B5EF4-FFF2-40B4-BE49-F238E27FC236}">
                <a16:creationId xmlns:a16="http://schemas.microsoft.com/office/drawing/2014/main" id="{FA3053DA-9509-4B12-938A-5E6F82470368}"/>
              </a:ext>
            </a:extLst>
          </p:cNvPr>
          <p:cNvSpPr>
            <a:spLocks xmlns:a="http://schemas.openxmlformats.org/drawingml/2006/main" noGrp="1"/>
          </p:cNvSpPr>
          <p:nvPr/>
        </p:nvSpPr>
        <p:spPr>
          <a:xfrm xmlns:a="http://schemas.openxmlformats.org/drawingml/2006/main">
            <a:off x="7172325" y="5057775"/>
            <a:ext cx="4171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B6B6C7"/>
                </a:solidFill>
                <a:latin typeface="Inter"/>
                <a:ea typeface="Inter"/>
                <a:cs typeface="Inter"/>
              </a:defRPr>
            </a:defPPr>
            <a:lvl1pPr>
              <a:buNone/>
              <a:defRPr sz="1725" b="0">
                <a:solidFill>
                  <a:srgbClr val="B6B6C7"/>
                </a:solidFill>
                <a:latin typeface="Inter"/>
                <a:ea typeface="Inter"/>
                <a:cs typeface="Inter"/>
              </a:defRPr>
            </a:lvl1pPr>
            <a:lvl2pPr>
              <a:buNone/>
              <a:defRPr sz="1725" b="0">
                <a:solidFill>
                  <a:srgbClr val="B6B6C7"/>
                </a:solidFill>
                <a:latin typeface="Inter"/>
                <a:ea typeface="Inter"/>
                <a:cs typeface="Inter"/>
              </a:defRPr>
            </a:lvl2pPr>
            <a:lvl3pPr>
              <a:buNone/>
              <a:defRPr sz="1725" b="0">
                <a:solidFill>
                  <a:srgbClr val="B6B6C7"/>
                </a:solidFill>
                <a:latin typeface="Inter"/>
                <a:ea typeface="Inter"/>
                <a:cs typeface="Inter"/>
              </a:defRPr>
            </a:lvl3pPr>
            <a:lvl4pPr>
              <a:buNone/>
              <a:defRPr sz="1725" b="0">
                <a:solidFill>
                  <a:srgbClr val="B6B6C7"/>
                </a:solidFill>
                <a:latin typeface="Inter"/>
                <a:ea typeface="Inter"/>
                <a:cs typeface="Inter"/>
              </a:defRPr>
            </a:lvl4pPr>
            <a:lvl5pPr>
              <a:buNone/>
              <a:defRPr sz="1725" b="0">
                <a:solidFill>
                  <a:srgbClr val="B6B6C7"/>
                </a:solidFill>
                <a:latin typeface="Inter"/>
                <a:ea typeface="Inter"/>
                <a:cs typeface="Inter"/>
              </a:defRPr>
            </a:lvl5pPr>
            <a:lvl6pPr>
              <a:buNone/>
              <a:defRPr sz="1725" b="0">
                <a:solidFill>
                  <a:srgbClr val="B6B6C7"/>
                </a:solidFill>
                <a:latin typeface="Inter"/>
                <a:ea typeface="Inter"/>
                <a:cs typeface="Inter"/>
              </a:defRPr>
            </a:lvl6pPr>
            <a:lvl7pPr>
              <a:buNone/>
              <a:defRPr sz="1725" b="0">
                <a:solidFill>
                  <a:srgbClr val="B6B6C7"/>
                </a:solidFill>
                <a:latin typeface="Inter"/>
                <a:ea typeface="Inter"/>
                <a:cs typeface="Inter"/>
              </a:defRPr>
            </a:lvl7pPr>
            <a:lvl8pPr>
              <a:buNone/>
              <a:defRPr sz="1725" b="0">
                <a:solidFill>
                  <a:srgbClr val="B6B6C7"/>
                </a:solidFill>
                <a:latin typeface="Inter"/>
                <a:ea typeface="Inter"/>
                <a:cs typeface="Inter"/>
              </a:defRPr>
            </a:lvl8pPr>
            <a:lvl9pPr>
              <a:buNone/>
              <a:defRPr sz="1725" b="0">
                <a:solidFill>
                  <a:srgbClr val="B6B6C7"/>
                </a:solidFill>
                <a:latin typeface="Inter"/>
                <a:ea typeface="Inter"/>
                <a:cs typeface="Inter"/>
              </a:defRPr>
            </a:lvl9pPr>
          </a:lstStyle>
          <a:p xmlns:a="http://schemas.openxmlformats.org/drawingml/2006/main">
            <a:pPr>
              <a:buNone/>
              <a:defRPr sz="1725" b="0">
                <a:solidFill>
                  <a:srgbClr val="B6B6C7"/>
                </a:solidFill>
                <a:latin typeface="Inter"/>
                <a:ea typeface="Inter"/>
                <a:cs typeface="Inter"/>
              </a:defRPr>
            </a:pPr>
            <a:r>
              <a:rPr sz="1725" b="0">
                <a:solidFill>
                  <a:srgbClr val="B6B6C7"/>
                </a:solidFill>
                <a:latin typeface="Inter"/>
                <a:ea typeface="Inter"/>
                <a:cs typeface="Inter"/>
              </a:rPr>
              <a:t>Limits, monitoring and recovery.</a:t>
            </a:r>
          </a:p>
        </p:txBody>
      </p:sp>
      <p:sp>
        <p:nvSpPr>
          <p:cNvPr id="26" name="Components implemented; end-to-end verif">
            <a:extLst xmlns:a="http://schemas.openxmlformats.org/drawingml/2006/main">
              <a:ext uri="{FF2B5EF4-FFF2-40B4-BE49-F238E27FC236}">
                <a16:creationId xmlns:a16="http://schemas.microsoft.com/office/drawing/2014/main" id="{89C71BDF-DC5A-40CA-B4EB-958A0F123675}"/>
              </a:ext>
            </a:extLst>
          </p:cNvPr>
          <p:cNvSpPr>
            <a:spLocks xmlns:a="http://schemas.openxmlformats.org/drawingml/2006/main" noGrp="1"/>
          </p:cNvSpPr>
          <p:nvPr/>
        </p:nvSpPr>
        <p:spPr>
          <a:xfrm xmlns:a="http://schemas.openxmlformats.org/drawingml/2006/main">
            <a:off x="609600" y="610552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650" b="0">
                <a:solidFill>
                  <a:srgbClr val="EBC58C"/>
                </a:solidFill>
                <a:latin typeface="Inter"/>
                <a:ea typeface="Inter"/>
                <a:cs typeface="Inter"/>
              </a:defRPr>
            </a:defPPr>
            <a:lvl1pPr>
              <a:buNone/>
              <a:defRPr sz="1650" b="0">
                <a:solidFill>
                  <a:srgbClr val="EBC58C"/>
                </a:solidFill>
                <a:latin typeface="Inter"/>
                <a:ea typeface="Inter"/>
                <a:cs typeface="Inter"/>
              </a:defRPr>
            </a:lvl1pPr>
            <a:lvl2pPr>
              <a:buNone/>
              <a:defRPr sz="1650" b="0">
                <a:solidFill>
                  <a:srgbClr val="EBC58C"/>
                </a:solidFill>
                <a:latin typeface="Inter"/>
                <a:ea typeface="Inter"/>
                <a:cs typeface="Inter"/>
              </a:defRPr>
            </a:lvl2pPr>
            <a:lvl3pPr>
              <a:buNone/>
              <a:defRPr sz="1650" b="0">
                <a:solidFill>
                  <a:srgbClr val="EBC58C"/>
                </a:solidFill>
                <a:latin typeface="Inter"/>
                <a:ea typeface="Inter"/>
                <a:cs typeface="Inter"/>
              </a:defRPr>
            </a:lvl3pPr>
            <a:lvl4pPr>
              <a:buNone/>
              <a:defRPr sz="1650" b="0">
                <a:solidFill>
                  <a:srgbClr val="EBC58C"/>
                </a:solidFill>
                <a:latin typeface="Inter"/>
                <a:ea typeface="Inter"/>
                <a:cs typeface="Inter"/>
              </a:defRPr>
            </a:lvl4pPr>
            <a:lvl5pPr>
              <a:buNone/>
              <a:defRPr sz="1650" b="0">
                <a:solidFill>
                  <a:srgbClr val="EBC58C"/>
                </a:solidFill>
                <a:latin typeface="Inter"/>
                <a:ea typeface="Inter"/>
                <a:cs typeface="Inter"/>
              </a:defRPr>
            </a:lvl5pPr>
            <a:lvl6pPr>
              <a:buNone/>
              <a:defRPr sz="1650" b="0">
                <a:solidFill>
                  <a:srgbClr val="EBC58C"/>
                </a:solidFill>
                <a:latin typeface="Inter"/>
                <a:ea typeface="Inter"/>
                <a:cs typeface="Inter"/>
              </a:defRPr>
            </a:lvl6pPr>
            <a:lvl7pPr>
              <a:buNone/>
              <a:defRPr sz="1650" b="0">
                <a:solidFill>
                  <a:srgbClr val="EBC58C"/>
                </a:solidFill>
                <a:latin typeface="Inter"/>
                <a:ea typeface="Inter"/>
                <a:cs typeface="Inter"/>
              </a:defRPr>
            </a:lvl7pPr>
            <a:lvl8pPr>
              <a:buNone/>
              <a:defRPr sz="1650" b="0">
                <a:solidFill>
                  <a:srgbClr val="EBC58C"/>
                </a:solidFill>
                <a:latin typeface="Inter"/>
                <a:ea typeface="Inter"/>
                <a:cs typeface="Inter"/>
              </a:defRPr>
            </a:lvl8pPr>
            <a:lvl9pPr>
              <a:buNone/>
              <a:defRPr sz="1650" b="0">
                <a:solidFill>
                  <a:srgbClr val="EBC58C"/>
                </a:solidFill>
                <a:latin typeface="Inter"/>
                <a:ea typeface="Inter"/>
                <a:cs typeface="Inter"/>
              </a:defRPr>
            </a:lvl9pPr>
          </a:lstStyle>
          <a:p xmlns:a="http://schemas.openxmlformats.org/drawingml/2006/main">
            <a:pPr>
              <a:buNone/>
              <a:defRPr sz="1650" b="0">
                <a:solidFill>
                  <a:srgbClr val="EBC58C"/>
                </a:solidFill>
                <a:latin typeface="Inter"/>
                <a:ea typeface="Inter"/>
                <a:cs typeface="Inter"/>
              </a:defRPr>
            </a:pPr>
            <a:r>
              <a:rPr sz="1650" b="0">
                <a:solidFill>
                  <a:srgbClr val="EBC58C"/>
                </a:solidFill>
                <a:latin typeface="Inter"/>
                <a:ea typeface="Inter"/>
                <a:cs typeface="Inter"/>
              </a:rPr>
              <a:t>Components implemented; end-to-end verification varies.</a:t>
            </a:r>
          </a:p>
        </p:txBody>
      </p:sp>
    </p:spTree>
    <p:extLst>
      <p:ext uri="{BB962C8B-B14F-4D97-AF65-F5344CB8AC3E}">
        <p14:creationId xmlns:p14="http://schemas.microsoft.com/office/powerpoint/2010/main" val="1849110697"/>
      </p:ext>
    </p:extLst>
  </p:cSld>
</p:sld>
</file>

<file path=ppt/slides/slide5.xml><?xml version="1.0" encoding="utf-8"?>
<p:sld xmlns:p="http://schemas.openxmlformats.org/presentationml/2006/main">
  <p:cSld>
    <p:bg>
      <p:bgPr>
        <a:solidFill xmlns:a="http://schemas.openxmlformats.org/drawingml/2006/main">
          <a:srgbClr val="101014"/>
        </a:solidFill>
      </p:bgPr>
    </p:bg>
    <p:spTree>
      <p:nvGrpSpPr>
        <p:cNvPr id="1" name=""/>
        <p:cNvGrpSpPr/>
        <p:nvPr/>
      </p:nvGrpSpPr>
      <p:grpSpPr>
        <a:xfrm xmlns:a="http://schemas.openxmlformats.org/drawingml/2006/main"/>
      </p:grpSpPr>
      <p:sp>
        <p:nvSpPr>
          <p:cNvPr id="13" name="Autonomous on-chain operations">
            <a:extLst xmlns:a="http://schemas.openxmlformats.org/drawingml/2006/main">
              <a:ext uri="{FF2B5EF4-FFF2-40B4-BE49-F238E27FC236}">
                <a16:creationId xmlns:a16="http://schemas.microsoft.com/office/drawing/2014/main" id="{89C35CD4-B77C-4435-A2F5-CEE76AAC095C}"/>
              </a:ext>
            </a:extLst>
          </p:cNvPr>
          <p:cNvSpPr>
            <a:spLocks xmlns:a="http://schemas.openxmlformats.org/drawingml/2006/main" noGrp="1"/>
          </p:cNvSpPr>
          <p:nvPr/>
        </p:nvSpPr>
        <p:spPr>
          <a:xfrm xmlns:a="http://schemas.openxmlformats.org/drawingml/2006/main">
            <a:off x="609600" y="4572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825" b="1">
                <a:solidFill>
                  <a:srgbClr val="F3F2F7"/>
                </a:solidFill>
                <a:latin typeface="Space Grotesk"/>
                <a:ea typeface="Space Grotesk"/>
                <a:cs typeface="Space Grotesk"/>
              </a:defRPr>
            </a:defPPr>
            <a:lvl1pPr>
              <a:buNone/>
              <a:defRPr sz="3825" b="1">
                <a:solidFill>
                  <a:srgbClr val="F3F2F7"/>
                </a:solidFill>
                <a:latin typeface="Space Grotesk"/>
                <a:ea typeface="Space Grotesk"/>
                <a:cs typeface="Space Grotesk"/>
              </a:defRPr>
            </a:lvl1pPr>
            <a:lvl2pPr>
              <a:buNone/>
              <a:defRPr sz="3825" b="1">
                <a:solidFill>
                  <a:srgbClr val="F3F2F7"/>
                </a:solidFill>
                <a:latin typeface="Space Grotesk"/>
                <a:ea typeface="Space Grotesk"/>
                <a:cs typeface="Space Grotesk"/>
              </a:defRPr>
            </a:lvl2pPr>
            <a:lvl3pPr>
              <a:buNone/>
              <a:defRPr sz="3825" b="1">
                <a:solidFill>
                  <a:srgbClr val="F3F2F7"/>
                </a:solidFill>
                <a:latin typeface="Space Grotesk"/>
                <a:ea typeface="Space Grotesk"/>
                <a:cs typeface="Space Grotesk"/>
              </a:defRPr>
            </a:lvl3pPr>
            <a:lvl4pPr>
              <a:buNone/>
              <a:defRPr sz="3825" b="1">
                <a:solidFill>
                  <a:srgbClr val="F3F2F7"/>
                </a:solidFill>
                <a:latin typeface="Space Grotesk"/>
                <a:ea typeface="Space Grotesk"/>
                <a:cs typeface="Space Grotesk"/>
              </a:defRPr>
            </a:lvl4pPr>
            <a:lvl5pPr>
              <a:buNone/>
              <a:defRPr sz="3825" b="1">
                <a:solidFill>
                  <a:srgbClr val="F3F2F7"/>
                </a:solidFill>
                <a:latin typeface="Space Grotesk"/>
                <a:ea typeface="Space Grotesk"/>
                <a:cs typeface="Space Grotesk"/>
              </a:defRPr>
            </a:lvl5pPr>
            <a:lvl6pPr>
              <a:buNone/>
              <a:defRPr sz="3825" b="1">
                <a:solidFill>
                  <a:srgbClr val="F3F2F7"/>
                </a:solidFill>
                <a:latin typeface="Space Grotesk"/>
                <a:ea typeface="Space Grotesk"/>
                <a:cs typeface="Space Grotesk"/>
              </a:defRPr>
            </a:lvl6pPr>
            <a:lvl7pPr>
              <a:buNone/>
              <a:defRPr sz="3825" b="1">
                <a:solidFill>
                  <a:srgbClr val="F3F2F7"/>
                </a:solidFill>
                <a:latin typeface="Space Grotesk"/>
                <a:ea typeface="Space Grotesk"/>
                <a:cs typeface="Space Grotesk"/>
              </a:defRPr>
            </a:lvl7pPr>
            <a:lvl8pPr>
              <a:buNone/>
              <a:defRPr sz="3825" b="1">
                <a:solidFill>
                  <a:srgbClr val="F3F2F7"/>
                </a:solidFill>
                <a:latin typeface="Space Grotesk"/>
                <a:ea typeface="Space Grotesk"/>
                <a:cs typeface="Space Grotesk"/>
              </a:defRPr>
            </a:lvl8pPr>
            <a:lvl9pPr>
              <a:buNone/>
              <a:defRPr sz="3825" b="1">
                <a:solidFill>
                  <a:srgbClr val="F3F2F7"/>
                </a:solidFill>
                <a:latin typeface="Space Grotesk"/>
                <a:ea typeface="Space Grotesk"/>
                <a:cs typeface="Space Grotesk"/>
              </a:defRPr>
            </a:lvl9pPr>
          </a:lstStyle>
          <a:p xmlns:a="http://schemas.openxmlformats.org/drawingml/2006/main">
            <a:pPr>
              <a:buNone/>
              <a:defRPr sz="3825" b="1">
                <a:solidFill>
                  <a:srgbClr val="F3F2F7"/>
                </a:solidFill>
                <a:latin typeface="Space Grotesk"/>
                <a:ea typeface="Space Grotesk"/>
                <a:cs typeface="Space Grotesk"/>
              </a:defRPr>
            </a:pPr>
            <a:r>
              <a:rPr sz="3825" b="1">
                <a:solidFill>
                  <a:srgbClr val="F3F2F7"/>
                </a:solidFill>
                <a:latin typeface="Space Grotesk"/>
                <a:ea typeface="Space Grotesk"/>
                <a:cs typeface="Space Grotesk"/>
              </a:rPr>
              <a:t>Autonomous on-chain operations</a:t>
            </a:r>
          </a:p>
        </p:txBody>
      </p:sp>
      <p:sp>
        <p:nvSpPr>
          <p:cNvPr id="2" name="">
            <a:extLst xmlns:a="http://schemas.openxmlformats.org/drawingml/2006/main">
              <a:ext uri="{FF2B5EF4-FFF2-40B4-BE49-F238E27FC236}">
                <a16:creationId xmlns:a16="http://schemas.microsoft.com/office/drawing/2014/main" id="{894AF7DF-3530-47F6-BB84-ED19859AF42F}"/>
              </a:ext>
            </a:extLst>
          </p:cNvPr>
          <p:cNvSpPr>
            <a:spLocks xmlns:a="http://schemas.openxmlformats.org/drawingml/2006/main" noGrp="1"/>
          </p:cNvSpPr>
          <p:nvPr/>
        </p:nvSpPr>
        <p:spPr>
          <a:xfrm xmlns:a="http://schemas.openxmlformats.org/drawingml/2006/main">
            <a:off x="609600" y="1781175"/>
            <a:ext cx="3429000" cy="3524250"/>
          </a:xfrm>
          <a:prstGeom xmlns:a="http://schemas.openxmlformats.org/drawingml/2006/main" prst="roundRect">
            <a:avLst>
              <a:gd name="adj" fmla="val 4444"/>
            </a:avLst>
          </a:prstGeom>
          <a:solidFill xmlns:a="http://schemas.openxmlformats.org/drawingml/2006/main">
            <a:srgbClr val="1B1D26"/>
          </a:solidFill>
          <a:ln xmlns:a="http://schemas.openxmlformats.org/drawingml/2006/main" w="9525">
            <a:solidFill>
              <a:srgbClr val="343745"/>
            </a:solidFill>
          </a:ln>
        </p:spPr>
      </p:sp>
      <p:sp>
        <p:nvSpPr>
          <p:cNvPr id="3" name="Asset&#10;management">
            <a:extLst xmlns:a="http://schemas.openxmlformats.org/drawingml/2006/main">
              <a:ext uri="{FF2B5EF4-FFF2-40B4-BE49-F238E27FC236}">
                <a16:creationId xmlns:a16="http://schemas.microsoft.com/office/drawing/2014/main" id="{EAB8589A-A39B-4A62-B2B8-C5875D3254A2}"/>
              </a:ext>
            </a:extLst>
          </p:cNvPr>
          <p:cNvSpPr>
            <a:spLocks xmlns:a="http://schemas.openxmlformats.org/drawingml/2006/main" noGrp="1"/>
          </p:cNvSpPr>
          <p:nvPr/>
        </p:nvSpPr>
        <p:spPr>
          <a:xfrm xmlns:a="http://schemas.openxmlformats.org/drawingml/2006/main">
            <a:off x="847725" y="2066925"/>
            <a:ext cx="2952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775" b="1">
                <a:solidFill>
                  <a:srgbClr val="A6A8FF"/>
                </a:solidFill>
                <a:latin typeface="Space Grotesk"/>
                <a:ea typeface="Space Grotesk"/>
                <a:cs typeface="Space Grotesk"/>
              </a:defRPr>
            </a:defPPr>
            <a:lvl1pPr>
              <a:buNone/>
              <a:defRPr sz="2775" b="1">
                <a:solidFill>
                  <a:srgbClr val="A6A8FF"/>
                </a:solidFill>
                <a:latin typeface="Space Grotesk"/>
                <a:ea typeface="Space Grotesk"/>
                <a:cs typeface="Space Grotesk"/>
              </a:defRPr>
            </a:lvl1pPr>
            <a:lvl2pPr>
              <a:buNone/>
              <a:defRPr sz="2775" b="1">
                <a:solidFill>
                  <a:srgbClr val="A6A8FF"/>
                </a:solidFill>
                <a:latin typeface="Space Grotesk"/>
                <a:ea typeface="Space Grotesk"/>
                <a:cs typeface="Space Grotesk"/>
              </a:defRPr>
            </a:lvl2pPr>
            <a:lvl3pPr>
              <a:buNone/>
              <a:defRPr sz="2775" b="1">
                <a:solidFill>
                  <a:srgbClr val="A6A8FF"/>
                </a:solidFill>
                <a:latin typeface="Space Grotesk"/>
                <a:ea typeface="Space Grotesk"/>
                <a:cs typeface="Space Grotesk"/>
              </a:defRPr>
            </a:lvl3pPr>
            <a:lvl4pPr>
              <a:buNone/>
              <a:defRPr sz="2775" b="1">
                <a:solidFill>
                  <a:srgbClr val="A6A8FF"/>
                </a:solidFill>
                <a:latin typeface="Space Grotesk"/>
                <a:ea typeface="Space Grotesk"/>
                <a:cs typeface="Space Grotesk"/>
              </a:defRPr>
            </a:lvl4pPr>
            <a:lvl5pPr>
              <a:buNone/>
              <a:defRPr sz="2775" b="1">
                <a:solidFill>
                  <a:srgbClr val="A6A8FF"/>
                </a:solidFill>
                <a:latin typeface="Space Grotesk"/>
                <a:ea typeface="Space Grotesk"/>
                <a:cs typeface="Space Grotesk"/>
              </a:defRPr>
            </a:lvl5pPr>
            <a:lvl6pPr>
              <a:buNone/>
              <a:defRPr sz="2775" b="1">
                <a:solidFill>
                  <a:srgbClr val="A6A8FF"/>
                </a:solidFill>
                <a:latin typeface="Space Grotesk"/>
                <a:ea typeface="Space Grotesk"/>
                <a:cs typeface="Space Grotesk"/>
              </a:defRPr>
            </a:lvl6pPr>
            <a:lvl7pPr>
              <a:buNone/>
              <a:defRPr sz="2775" b="1">
                <a:solidFill>
                  <a:srgbClr val="A6A8FF"/>
                </a:solidFill>
                <a:latin typeface="Space Grotesk"/>
                <a:ea typeface="Space Grotesk"/>
                <a:cs typeface="Space Grotesk"/>
              </a:defRPr>
            </a:lvl7pPr>
            <a:lvl8pPr>
              <a:buNone/>
              <a:defRPr sz="2775" b="1">
                <a:solidFill>
                  <a:srgbClr val="A6A8FF"/>
                </a:solidFill>
                <a:latin typeface="Space Grotesk"/>
                <a:ea typeface="Space Grotesk"/>
                <a:cs typeface="Space Grotesk"/>
              </a:defRPr>
            </a:lvl8pPr>
            <a:lvl9pPr>
              <a:buNone/>
              <a:defRPr sz="2775" b="1">
                <a:solidFill>
                  <a:srgbClr val="A6A8FF"/>
                </a:solidFill>
                <a:latin typeface="Space Grotesk"/>
                <a:ea typeface="Space Grotesk"/>
                <a:cs typeface="Space Grotesk"/>
              </a:defRPr>
            </a:lvl9pPr>
          </a:lstStyle>
          <a:p xmlns:a="http://schemas.openxmlformats.org/drawingml/2006/main">
            <a:pPr>
              <a:buNone/>
              <a:defRPr sz="2775" b="1">
                <a:solidFill>
                  <a:srgbClr val="A6A8FF"/>
                </a:solidFill>
                <a:latin typeface="Space Grotesk"/>
                <a:ea typeface="Space Grotesk"/>
                <a:cs typeface="Space Grotesk"/>
              </a:defRPr>
            </a:pPr>
            <a:r>
              <a:rPr sz="2775" b="1">
                <a:solidFill>
                  <a:srgbClr val="A6A8FF"/>
                </a:solidFill>
                <a:latin typeface="Space Grotesk"/>
                <a:ea typeface="Space Grotesk"/>
                <a:cs typeface="Space Grotesk"/>
              </a:rPr>
              <a:t>Asset</a:t>
            </a:r>
          </a:p>
          <a:p xmlns:a="http://schemas.openxmlformats.org/drawingml/2006/main">
            <a:pPr>
              <a:buNone/>
              <a:defRPr sz="2775" b="1">
                <a:solidFill>
                  <a:srgbClr val="A6A8FF"/>
                </a:solidFill>
                <a:latin typeface="Space Grotesk"/>
                <a:ea typeface="Space Grotesk"/>
                <a:cs typeface="Space Grotesk"/>
              </a:defRPr>
            </a:pPr>
            <a:r>
              <a:rPr sz="2775" b="1">
                <a:solidFill>
                  <a:srgbClr val="A6A8FF"/>
                </a:solidFill>
                <a:latin typeface="Space Grotesk"/>
                <a:ea typeface="Space Grotesk"/>
                <a:cs typeface="Space Grotesk"/>
              </a:rPr>
              <a:t>management</a:t>
            </a:r>
          </a:p>
        </p:txBody>
      </p:sp>
      <p:sp>
        <p:nvSpPr>
          <p:cNvPr id="4" name="Shared funding&#10;Agent allowances&#10;Tracked ">
            <a:extLst xmlns:a="http://schemas.openxmlformats.org/drawingml/2006/main">
              <a:ext uri="{FF2B5EF4-FFF2-40B4-BE49-F238E27FC236}">
                <a16:creationId xmlns:a16="http://schemas.microsoft.com/office/drawing/2014/main" id="{9AE68244-DC87-46DB-9A1E-1FEA0626C5F2}"/>
              </a:ext>
            </a:extLst>
          </p:cNvPr>
          <p:cNvSpPr>
            <a:spLocks xmlns:a="http://schemas.openxmlformats.org/drawingml/2006/main" noGrp="1"/>
          </p:cNvSpPr>
          <p:nvPr/>
        </p:nvSpPr>
        <p:spPr>
          <a:xfrm xmlns:a="http://schemas.openxmlformats.org/drawingml/2006/main">
            <a:off x="847725" y="3638550"/>
            <a:ext cx="29527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F3F2F7"/>
                </a:solidFill>
                <a:latin typeface="Inter"/>
                <a:ea typeface="Inter"/>
                <a:cs typeface="Inter"/>
              </a:defRPr>
            </a:defPPr>
            <a:lvl1pPr>
              <a:buNone/>
              <a:defRPr sz="1875" b="0">
                <a:solidFill>
                  <a:srgbClr val="F3F2F7"/>
                </a:solidFill>
                <a:latin typeface="Inter"/>
                <a:ea typeface="Inter"/>
                <a:cs typeface="Inter"/>
              </a:defRPr>
            </a:lvl1pPr>
            <a:lvl2pPr>
              <a:buNone/>
              <a:defRPr sz="1875" b="0">
                <a:solidFill>
                  <a:srgbClr val="F3F2F7"/>
                </a:solidFill>
                <a:latin typeface="Inter"/>
                <a:ea typeface="Inter"/>
                <a:cs typeface="Inter"/>
              </a:defRPr>
            </a:lvl2pPr>
            <a:lvl3pPr>
              <a:buNone/>
              <a:defRPr sz="1875" b="0">
                <a:solidFill>
                  <a:srgbClr val="F3F2F7"/>
                </a:solidFill>
                <a:latin typeface="Inter"/>
                <a:ea typeface="Inter"/>
                <a:cs typeface="Inter"/>
              </a:defRPr>
            </a:lvl3pPr>
            <a:lvl4pPr>
              <a:buNone/>
              <a:defRPr sz="1875" b="0">
                <a:solidFill>
                  <a:srgbClr val="F3F2F7"/>
                </a:solidFill>
                <a:latin typeface="Inter"/>
                <a:ea typeface="Inter"/>
                <a:cs typeface="Inter"/>
              </a:defRPr>
            </a:lvl4pPr>
            <a:lvl5pPr>
              <a:buNone/>
              <a:defRPr sz="1875" b="0">
                <a:solidFill>
                  <a:srgbClr val="F3F2F7"/>
                </a:solidFill>
                <a:latin typeface="Inter"/>
                <a:ea typeface="Inter"/>
                <a:cs typeface="Inter"/>
              </a:defRPr>
            </a:lvl5pPr>
            <a:lvl6pPr>
              <a:buNone/>
              <a:defRPr sz="1875" b="0">
                <a:solidFill>
                  <a:srgbClr val="F3F2F7"/>
                </a:solidFill>
                <a:latin typeface="Inter"/>
                <a:ea typeface="Inter"/>
                <a:cs typeface="Inter"/>
              </a:defRPr>
            </a:lvl6pPr>
            <a:lvl7pPr>
              <a:buNone/>
              <a:defRPr sz="1875" b="0">
                <a:solidFill>
                  <a:srgbClr val="F3F2F7"/>
                </a:solidFill>
                <a:latin typeface="Inter"/>
                <a:ea typeface="Inter"/>
                <a:cs typeface="Inter"/>
              </a:defRPr>
            </a:lvl7pPr>
            <a:lvl8pPr>
              <a:buNone/>
              <a:defRPr sz="1875" b="0">
                <a:solidFill>
                  <a:srgbClr val="F3F2F7"/>
                </a:solidFill>
                <a:latin typeface="Inter"/>
                <a:ea typeface="Inter"/>
                <a:cs typeface="Inter"/>
              </a:defRPr>
            </a:lvl8pPr>
            <a:lvl9pPr>
              <a:buNone/>
              <a:defRPr sz="1875" b="0">
                <a:solidFill>
                  <a:srgbClr val="F3F2F7"/>
                </a:solidFill>
                <a:latin typeface="Inter"/>
                <a:ea typeface="Inter"/>
                <a:cs typeface="Inter"/>
              </a:defRPr>
            </a:lvl9pPr>
          </a:lstStyle>
          <a:p xmlns:a="http://schemas.openxmlformats.org/drawingml/2006/main">
            <a:pPr>
              <a:buNone/>
              <a:defRPr sz="1875" b="0">
                <a:solidFill>
                  <a:srgbClr val="F3F2F7"/>
                </a:solidFill>
                <a:latin typeface="Inter"/>
                <a:ea typeface="Inter"/>
                <a:cs typeface="Inter"/>
              </a:defRPr>
            </a:pPr>
            <a:r>
              <a:rPr sz="1875" b="0">
                <a:solidFill>
                  <a:srgbClr val="F3F2F7"/>
                </a:solidFill>
                <a:latin typeface="Inter"/>
                <a:ea typeface="Inter"/>
                <a:cs typeface="Inter"/>
              </a:rPr>
              <a:t>Shared funding</a:t>
            </a:r>
          </a:p>
          <a:p xmlns:a="http://schemas.openxmlformats.org/drawingml/2006/main">
            <a:pPr>
              <a:buNone/>
              <a:defRPr sz="1875" b="0">
                <a:solidFill>
                  <a:srgbClr val="F3F2F7"/>
                </a:solidFill>
                <a:latin typeface="Inter"/>
                <a:ea typeface="Inter"/>
                <a:cs typeface="Inter"/>
              </a:defRPr>
            </a:pPr>
            <a:r>
              <a:rPr sz="1875" b="0">
                <a:solidFill>
                  <a:srgbClr val="F3F2F7"/>
                </a:solidFill>
                <a:latin typeface="Inter"/>
                <a:ea typeface="Inter"/>
                <a:cs typeface="Inter"/>
              </a:rPr>
              <a:t>Agent allowances</a:t>
            </a:r>
          </a:p>
          <a:p xmlns:a="http://schemas.openxmlformats.org/drawingml/2006/main">
            <a:pPr>
              <a:buNone/>
              <a:defRPr sz="1875" b="0">
                <a:solidFill>
                  <a:srgbClr val="F3F2F7"/>
                </a:solidFill>
                <a:latin typeface="Inter"/>
                <a:ea typeface="Inter"/>
                <a:cs typeface="Inter"/>
              </a:defRPr>
            </a:pPr>
            <a:r>
              <a:rPr sz="1875" b="0">
                <a:solidFill>
                  <a:srgbClr val="F3F2F7"/>
                </a:solidFill>
                <a:latin typeface="Inter"/>
                <a:ea typeface="Inter"/>
                <a:cs typeface="Inter"/>
              </a:rPr>
              <a:t>Tracked spending exposure</a:t>
            </a:r>
          </a:p>
        </p:txBody>
      </p:sp>
      <p:sp>
        <p:nvSpPr>
          <p:cNvPr id="5" name="">
            <a:extLst xmlns:a="http://schemas.openxmlformats.org/drawingml/2006/main">
              <a:ext uri="{FF2B5EF4-FFF2-40B4-BE49-F238E27FC236}">
                <a16:creationId xmlns:a16="http://schemas.microsoft.com/office/drawing/2014/main" id="{E08F36F9-0197-43C3-9640-A677C5614495}"/>
              </a:ext>
            </a:extLst>
          </p:cNvPr>
          <p:cNvSpPr>
            <a:spLocks xmlns:a="http://schemas.openxmlformats.org/drawingml/2006/main" noGrp="1"/>
          </p:cNvSpPr>
          <p:nvPr/>
        </p:nvSpPr>
        <p:spPr>
          <a:xfrm xmlns:a="http://schemas.openxmlformats.org/drawingml/2006/main">
            <a:off x="4381500" y="1781175"/>
            <a:ext cx="3429000" cy="3524250"/>
          </a:xfrm>
          <a:prstGeom xmlns:a="http://schemas.openxmlformats.org/drawingml/2006/main" prst="roundRect">
            <a:avLst>
              <a:gd name="adj" fmla="val 4444"/>
            </a:avLst>
          </a:prstGeom>
          <a:solidFill xmlns:a="http://schemas.openxmlformats.org/drawingml/2006/main">
            <a:srgbClr val="202339"/>
          </a:solidFill>
          <a:ln xmlns:a="http://schemas.openxmlformats.org/drawingml/2006/main" w="9525">
            <a:solidFill>
              <a:srgbClr val="343745"/>
            </a:solidFill>
          </a:ln>
        </p:spPr>
      </p:sp>
      <p:sp>
        <p:nvSpPr>
          <p:cNvPr id="6" name="Transaction&#10;execution">
            <a:extLst xmlns:a="http://schemas.openxmlformats.org/drawingml/2006/main">
              <a:ext uri="{FF2B5EF4-FFF2-40B4-BE49-F238E27FC236}">
                <a16:creationId xmlns:a16="http://schemas.microsoft.com/office/drawing/2014/main" id="{F2562CA5-6CF7-4146-82DC-5A8289BC51B6}"/>
              </a:ext>
            </a:extLst>
          </p:cNvPr>
          <p:cNvSpPr>
            <a:spLocks xmlns:a="http://schemas.openxmlformats.org/drawingml/2006/main" noGrp="1"/>
          </p:cNvSpPr>
          <p:nvPr/>
        </p:nvSpPr>
        <p:spPr>
          <a:xfrm xmlns:a="http://schemas.openxmlformats.org/drawingml/2006/main">
            <a:off x="4619625" y="2066925"/>
            <a:ext cx="2952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775" b="1">
                <a:solidFill>
                  <a:srgbClr val="A6A8FF"/>
                </a:solidFill>
                <a:latin typeface="Space Grotesk"/>
                <a:ea typeface="Space Grotesk"/>
                <a:cs typeface="Space Grotesk"/>
              </a:defRPr>
            </a:defPPr>
            <a:lvl1pPr>
              <a:buNone/>
              <a:defRPr sz="2775" b="1">
                <a:solidFill>
                  <a:srgbClr val="A6A8FF"/>
                </a:solidFill>
                <a:latin typeface="Space Grotesk"/>
                <a:ea typeface="Space Grotesk"/>
                <a:cs typeface="Space Grotesk"/>
              </a:defRPr>
            </a:lvl1pPr>
            <a:lvl2pPr>
              <a:buNone/>
              <a:defRPr sz="2775" b="1">
                <a:solidFill>
                  <a:srgbClr val="A6A8FF"/>
                </a:solidFill>
                <a:latin typeface="Space Grotesk"/>
                <a:ea typeface="Space Grotesk"/>
                <a:cs typeface="Space Grotesk"/>
              </a:defRPr>
            </a:lvl2pPr>
            <a:lvl3pPr>
              <a:buNone/>
              <a:defRPr sz="2775" b="1">
                <a:solidFill>
                  <a:srgbClr val="A6A8FF"/>
                </a:solidFill>
                <a:latin typeface="Space Grotesk"/>
                <a:ea typeface="Space Grotesk"/>
                <a:cs typeface="Space Grotesk"/>
              </a:defRPr>
            </a:lvl3pPr>
            <a:lvl4pPr>
              <a:buNone/>
              <a:defRPr sz="2775" b="1">
                <a:solidFill>
                  <a:srgbClr val="A6A8FF"/>
                </a:solidFill>
                <a:latin typeface="Space Grotesk"/>
                <a:ea typeface="Space Grotesk"/>
                <a:cs typeface="Space Grotesk"/>
              </a:defRPr>
            </a:lvl4pPr>
            <a:lvl5pPr>
              <a:buNone/>
              <a:defRPr sz="2775" b="1">
                <a:solidFill>
                  <a:srgbClr val="A6A8FF"/>
                </a:solidFill>
                <a:latin typeface="Space Grotesk"/>
                <a:ea typeface="Space Grotesk"/>
                <a:cs typeface="Space Grotesk"/>
              </a:defRPr>
            </a:lvl5pPr>
            <a:lvl6pPr>
              <a:buNone/>
              <a:defRPr sz="2775" b="1">
                <a:solidFill>
                  <a:srgbClr val="A6A8FF"/>
                </a:solidFill>
                <a:latin typeface="Space Grotesk"/>
                <a:ea typeface="Space Grotesk"/>
                <a:cs typeface="Space Grotesk"/>
              </a:defRPr>
            </a:lvl6pPr>
            <a:lvl7pPr>
              <a:buNone/>
              <a:defRPr sz="2775" b="1">
                <a:solidFill>
                  <a:srgbClr val="A6A8FF"/>
                </a:solidFill>
                <a:latin typeface="Space Grotesk"/>
                <a:ea typeface="Space Grotesk"/>
                <a:cs typeface="Space Grotesk"/>
              </a:defRPr>
            </a:lvl7pPr>
            <a:lvl8pPr>
              <a:buNone/>
              <a:defRPr sz="2775" b="1">
                <a:solidFill>
                  <a:srgbClr val="A6A8FF"/>
                </a:solidFill>
                <a:latin typeface="Space Grotesk"/>
                <a:ea typeface="Space Grotesk"/>
                <a:cs typeface="Space Grotesk"/>
              </a:defRPr>
            </a:lvl8pPr>
            <a:lvl9pPr>
              <a:buNone/>
              <a:defRPr sz="2775" b="1">
                <a:solidFill>
                  <a:srgbClr val="A6A8FF"/>
                </a:solidFill>
                <a:latin typeface="Space Grotesk"/>
                <a:ea typeface="Space Grotesk"/>
                <a:cs typeface="Space Grotesk"/>
              </a:defRPr>
            </a:lvl9pPr>
          </a:lstStyle>
          <a:p xmlns:a="http://schemas.openxmlformats.org/drawingml/2006/main">
            <a:pPr>
              <a:buNone/>
              <a:defRPr sz="2775" b="1">
                <a:solidFill>
                  <a:srgbClr val="A6A8FF"/>
                </a:solidFill>
                <a:latin typeface="Space Grotesk"/>
                <a:ea typeface="Space Grotesk"/>
                <a:cs typeface="Space Grotesk"/>
              </a:defRPr>
            </a:pPr>
            <a:r>
              <a:rPr sz="2775" b="1">
                <a:solidFill>
                  <a:srgbClr val="A6A8FF"/>
                </a:solidFill>
                <a:latin typeface="Space Grotesk"/>
                <a:ea typeface="Space Grotesk"/>
                <a:cs typeface="Space Grotesk"/>
              </a:rPr>
              <a:t>Transaction</a:t>
            </a:r>
          </a:p>
          <a:p xmlns:a="http://schemas.openxmlformats.org/drawingml/2006/main">
            <a:pPr>
              <a:buNone/>
              <a:defRPr sz="2775" b="1">
                <a:solidFill>
                  <a:srgbClr val="A6A8FF"/>
                </a:solidFill>
                <a:latin typeface="Space Grotesk"/>
                <a:ea typeface="Space Grotesk"/>
                <a:cs typeface="Space Grotesk"/>
              </a:defRPr>
            </a:pPr>
            <a:r>
              <a:rPr sz="2775" b="1">
                <a:solidFill>
                  <a:srgbClr val="A6A8FF"/>
                </a:solidFill>
                <a:latin typeface="Space Grotesk"/>
                <a:ea typeface="Space Grotesk"/>
                <a:cs typeface="Space Grotesk"/>
              </a:rPr>
              <a:t>execution</a:t>
            </a:r>
          </a:p>
        </p:txBody>
      </p:sp>
      <p:sp>
        <p:nvSpPr>
          <p:cNvPr id="7" name="Proof-authorized payouts&#10;x402 settlement">
            <a:extLst xmlns:a="http://schemas.openxmlformats.org/drawingml/2006/main">
              <a:ext uri="{FF2B5EF4-FFF2-40B4-BE49-F238E27FC236}">
                <a16:creationId xmlns:a16="http://schemas.microsoft.com/office/drawing/2014/main" id="{DCDD00B3-FB53-4532-9866-926A55DC4DB4}"/>
              </a:ext>
            </a:extLst>
          </p:cNvPr>
          <p:cNvSpPr>
            <a:spLocks xmlns:a="http://schemas.openxmlformats.org/drawingml/2006/main" noGrp="1"/>
          </p:cNvSpPr>
          <p:nvPr/>
        </p:nvSpPr>
        <p:spPr>
          <a:xfrm xmlns:a="http://schemas.openxmlformats.org/drawingml/2006/main">
            <a:off x="4619625" y="3638550"/>
            <a:ext cx="29527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F3F2F7"/>
                </a:solidFill>
                <a:latin typeface="Inter"/>
                <a:ea typeface="Inter"/>
                <a:cs typeface="Inter"/>
              </a:defRPr>
            </a:defPPr>
            <a:lvl1pPr>
              <a:buNone/>
              <a:defRPr sz="1875" b="0">
                <a:solidFill>
                  <a:srgbClr val="F3F2F7"/>
                </a:solidFill>
                <a:latin typeface="Inter"/>
                <a:ea typeface="Inter"/>
                <a:cs typeface="Inter"/>
              </a:defRPr>
            </a:lvl1pPr>
            <a:lvl2pPr>
              <a:buNone/>
              <a:defRPr sz="1875" b="0">
                <a:solidFill>
                  <a:srgbClr val="F3F2F7"/>
                </a:solidFill>
                <a:latin typeface="Inter"/>
                <a:ea typeface="Inter"/>
                <a:cs typeface="Inter"/>
              </a:defRPr>
            </a:lvl2pPr>
            <a:lvl3pPr>
              <a:buNone/>
              <a:defRPr sz="1875" b="0">
                <a:solidFill>
                  <a:srgbClr val="F3F2F7"/>
                </a:solidFill>
                <a:latin typeface="Inter"/>
                <a:ea typeface="Inter"/>
                <a:cs typeface="Inter"/>
              </a:defRPr>
            </a:lvl3pPr>
            <a:lvl4pPr>
              <a:buNone/>
              <a:defRPr sz="1875" b="0">
                <a:solidFill>
                  <a:srgbClr val="F3F2F7"/>
                </a:solidFill>
                <a:latin typeface="Inter"/>
                <a:ea typeface="Inter"/>
                <a:cs typeface="Inter"/>
              </a:defRPr>
            </a:lvl4pPr>
            <a:lvl5pPr>
              <a:buNone/>
              <a:defRPr sz="1875" b="0">
                <a:solidFill>
                  <a:srgbClr val="F3F2F7"/>
                </a:solidFill>
                <a:latin typeface="Inter"/>
                <a:ea typeface="Inter"/>
                <a:cs typeface="Inter"/>
              </a:defRPr>
            </a:lvl5pPr>
            <a:lvl6pPr>
              <a:buNone/>
              <a:defRPr sz="1875" b="0">
                <a:solidFill>
                  <a:srgbClr val="F3F2F7"/>
                </a:solidFill>
                <a:latin typeface="Inter"/>
                <a:ea typeface="Inter"/>
                <a:cs typeface="Inter"/>
              </a:defRPr>
            </a:lvl6pPr>
            <a:lvl7pPr>
              <a:buNone/>
              <a:defRPr sz="1875" b="0">
                <a:solidFill>
                  <a:srgbClr val="F3F2F7"/>
                </a:solidFill>
                <a:latin typeface="Inter"/>
                <a:ea typeface="Inter"/>
                <a:cs typeface="Inter"/>
              </a:defRPr>
            </a:lvl7pPr>
            <a:lvl8pPr>
              <a:buNone/>
              <a:defRPr sz="1875" b="0">
                <a:solidFill>
                  <a:srgbClr val="F3F2F7"/>
                </a:solidFill>
                <a:latin typeface="Inter"/>
                <a:ea typeface="Inter"/>
                <a:cs typeface="Inter"/>
              </a:defRPr>
            </a:lvl8pPr>
            <a:lvl9pPr>
              <a:buNone/>
              <a:defRPr sz="1875" b="0">
                <a:solidFill>
                  <a:srgbClr val="F3F2F7"/>
                </a:solidFill>
                <a:latin typeface="Inter"/>
                <a:ea typeface="Inter"/>
                <a:cs typeface="Inter"/>
              </a:defRPr>
            </a:lvl9pPr>
          </a:lstStyle>
          <a:p xmlns:a="http://schemas.openxmlformats.org/drawingml/2006/main">
            <a:pPr>
              <a:buNone/>
              <a:defRPr sz="1875" b="0">
                <a:solidFill>
                  <a:srgbClr val="F3F2F7"/>
                </a:solidFill>
                <a:latin typeface="Inter"/>
                <a:ea typeface="Inter"/>
                <a:cs typeface="Inter"/>
              </a:defRPr>
            </a:pPr>
            <a:r>
              <a:rPr sz="1875" b="0">
                <a:solidFill>
                  <a:srgbClr val="F3F2F7"/>
                </a:solidFill>
                <a:latin typeface="Inter"/>
                <a:ea typeface="Inter"/>
                <a:cs typeface="Inter"/>
              </a:rPr>
              <a:t>Proof-authorized payouts</a:t>
            </a:r>
          </a:p>
          <a:p xmlns:a="http://schemas.openxmlformats.org/drawingml/2006/main">
            <a:pPr>
              <a:buNone/>
              <a:defRPr sz="1875" b="0">
                <a:solidFill>
                  <a:srgbClr val="F3F2F7"/>
                </a:solidFill>
                <a:latin typeface="Inter"/>
                <a:ea typeface="Inter"/>
                <a:cs typeface="Inter"/>
              </a:defRPr>
            </a:pPr>
            <a:r>
              <a:rPr sz="1875" b="0">
                <a:solidFill>
                  <a:srgbClr val="F3F2F7"/>
                </a:solidFill>
                <a:latin typeface="Inter"/>
                <a:ea typeface="Inter"/>
                <a:cs typeface="Inter"/>
              </a:rPr>
              <a:t>x402 settlement</a:t>
            </a:r>
          </a:p>
          <a:p xmlns:a="http://schemas.openxmlformats.org/drawingml/2006/main">
            <a:pPr>
              <a:buNone/>
              <a:defRPr sz="1875" b="0">
                <a:solidFill>
                  <a:srgbClr val="F3F2F7"/>
                </a:solidFill>
                <a:latin typeface="Inter"/>
                <a:ea typeface="Inter"/>
                <a:cs typeface="Inter"/>
              </a:defRPr>
            </a:pPr>
            <a:r>
              <a:rPr sz="1875" b="0">
                <a:solidFill>
                  <a:srgbClr val="F3F2F7"/>
                </a:solidFill>
                <a:latin typeface="Inter"/>
                <a:ea typeface="Inter"/>
                <a:cs typeface="Inter"/>
              </a:rPr>
              <a:t>On-chain receipts</a:t>
            </a:r>
          </a:p>
        </p:txBody>
      </p:sp>
      <p:sp>
        <p:nvSpPr>
          <p:cNvPr id="8" name="">
            <a:extLst xmlns:a="http://schemas.openxmlformats.org/drawingml/2006/main">
              <a:ext uri="{FF2B5EF4-FFF2-40B4-BE49-F238E27FC236}">
                <a16:creationId xmlns:a16="http://schemas.microsoft.com/office/drawing/2014/main" id="{06E585A6-E68D-4757-81D8-B96BD36359EB}"/>
              </a:ext>
            </a:extLst>
          </p:cNvPr>
          <p:cNvSpPr>
            <a:spLocks xmlns:a="http://schemas.openxmlformats.org/drawingml/2006/main" noGrp="1"/>
          </p:cNvSpPr>
          <p:nvPr/>
        </p:nvSpPr>
        <p:spPr>
          <a:xfrm xmlns:a="http://schemas.openxmlformats.org/drawingml/2006/main">
            <a:off x="8153400" y="1781175"/>
            <a:ext cx="3429000" cy="3524250"/>
          </a:xfrm>
          <a:prstGeom xmlns:a="http://schemas.openxmlformats.org/drawingml/2006/main" prst="roundRect">
            <a:avLst>
              <a:gd name="adj" fmla="val 4444"/>
            </a:avLst>
          </a:prstGeom>
          <a:solidFill xmlns:a="http://schemas.openxmlformats.org/drawingml/2006/main">
            <a:srgbClr val="1B1D26"/>
          </a:solidFill>
          <a:ln xmlns:a="http://schemas.openxmlformats.org/drawingml/2006/main" w="9525">
            <a:solidFill>
              <a:srgbClr val="343745"/>
            </a:solidFill>
          </a:ln>
        </p:spPr>
      </p:sp>
      <p:sp>
        <p:nvSpPr>
          <p:cNvPr id="9" name="Risk&#10;control">
            <a:extLst xmlns:a="http://schemas.openxmlformats.org/drawingml/2006/main">
              <a:ext uri="{FF2B5EF4-FFF2-40B4-BE49-F238E27FC236}">
                <a16:creationId xmlns:a16="http://schemas.microsoft.com/office/drawing/2014/main" id="{F4423969-5806-4967-BF21-319E58C59489}"/>
              </a:ext>
            </a:extLst>
          </p:cNvPr>
          <p:cNvSpPr>
            <a:spLocks xmlns:a="http://schemas.openxmlformats.org/drawingml/2006/main" noGrp="1"/>
          </p:cNvSpPr>
          <p:nvPr/>
        </p:nvSpPr>
        <p:spPr>
          <a:xfrm xmlns:a="http://schemas.openxmlformats.org/drawingml/2006/main">
            <a:off x="8391525" y="2066925"/>
            <a:ext cx="2952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775" b="1">
                <a:solidFill>
                  <a:srgbClr val="A6A8FF"/>
                </a:solidFill>
                <a:latin typeface="Space Grotesk"/>
                <a:ea typeface="Space Grotesk"/>
                <a:cs typeface="Space Grotesk"/>
              </a:defRPr>
            </a:defPPr>
            <a:lvl1pPr>
              <a:buNone/>
              <a:defRPr sz="2775" b="1">
                <a:solidFill>
                  <a:srgbClr val="A6A8FF"/>
                </a:solidFill>
                <a:latin typeface="Space Grotesk"/>
                <a:ea typeface="Space Grotesk"/>
                <a:cs typeface="Space Grotesk"/>
              </a:defRPr>
            </a:lvl1pPr>
            <a:lvl2pPr>
              <a:buNone/>
              <a:defRPr sz="2775" b="1">
                <a:solidFill>
                  <a:srgbClr val="A6A8FF"/>
                </a:solidFill>
                <a:latin typeface="Space Grotesk"/>
                <a:ea typeface="Space Grotesk"/>
                <a:cs typeface="Space Grotesk"/>
              </a:defRPr>
            </a:lvl2pPr>
            <a:lvl3pPr>
              <a:buNone/>
              <a:defRPr sz="2775" b="1">
                <a:solidFill>
                  <a:srgbClr val="A6A8FF"/>
                </a:solidFill>
                <a:latin typeface="Space Grotesk"/>
                <a:ea typeface="Space Grotesk"/>
                <a:cs typeface="Space Grotesk"/>
              </a:defRPr>
            </a:lvl3pPr>
            <a:lvl4pPr>
              <a:buNone/>
              <a:defRPr sz="2775" b="1">
                <a:solidFill>
                  <a:srgbClr val="A6A8FF"/>
                </a:solidFill>
                <a:latin typeface="Space Grotesk"/>
                <a:ea typeface="Space Grotesk"/>
                <a:cs typeface="Space Grotesk"/>
              </a:defRPr>
            </a:lvl4pPr>
            <a:lvl5pPr>
              <a:buNone/>
              <a:defRPr sz="2775" b="1">
                <a:solidFill>
                  <a:srgbClr val="A6A8FF"/>
                </a:solidFill>
                <a:latin typeface="Space Grotesk"/>
                <a:ea typeface="Space Grotesk"/>
                <a:cs typeface="Space Grotesk"/>
              </a:defRPr>
            </a:lvl5pPr>
            <a:lvl6pPr>
              <a:buNone/>
              <a:defRPr sz="2775" b="1">
                <a:solidFill>
                  <a:srgbClr val="A6A8FF"/>
                </a:solidFill>
                <a:latin typeface="Space Grotesk"/>
                <a:ea typeface="Space Grotesk"/>
                <a:cs typeface="Space Grotesk"/>
              </a:defRPr>
            </a:lvl6pPr>
            <a:lvl7pPr>
              <a:buNone/>
              <a:defRPr sz="2775" b="1">
                <a:solidFill>
                  <a:srgbClr val="A6A8FF"/>
                </a:solidFill>
                <a:latin typeface="Space Grotesk"/>
                <a:ea typeface="Space Grotesk"/>
                <a:cs typeface="Space Grotesk"/>
              </a:defRPr>
            </a:lvl7pPr>
            <a:lvl8pPr>
              <a:buNone/>
              <a:defRPr sz="2775" b="1">
                <a:solidFill>
                  <a:srgbClr val="A6A8FF"/>
                </a:solidFill>
                <a:latin typeface="Space Grotesk"/>
                <a:ea typeface="Space Grotesk"/>
                <a:cs typeface="Space Grotesk"/>
              </a:defRPr>
            </a:lvl8pPr>
            <a:lvl9pPr>
              <a:buNone/>
              <a:defRPr sz="2775" b="1">
                <a:solidFill>
                  <a:srgbClr val="A6A8FF"/>
                </a:solidFill>
                <a:latin typeface="Space Grotesk"/>
                <a:ea typeface="Space Grotesk"/>
                <a:cs typeface="Space Grotesk"/>
              </a:defRPr>
            </a:lvl9pPr>
          </a:lstStyle>
          <a:p xmlns:a="http://schemas.openxmlformats.org/drawingml/2006/main">
            <a:pPr>
              <a:buNone/>
              <a:defRPr sz="2775" b="1">
                <a:solidFill>
                  <a:srgbClr val="A6A8FF"/>
                </a:solidFill>
                <a:latin typeface="Space Grotesk"/>
                <a:ea typeface="Space Grotesk"/>
                <a:cs typeface="Space Grotesk"/>
              </a:defRPr>
            </a:pPr>
            <a:r>
              <a:rPr sz="2775" b="1">
                <a:solidFill>
                  <a:srgbClr val="A6A8FF"/>
                </a:solidFill>
                <a:latin typeface="Space Grotesk"/>
                <a:ea typeface="Space Grotesk"/>
                <a:cs typeface="Space Grotesk"/>
              </a:rPr>
              <a:t>Risk</a:t>
            </a:r>
          </a:p>
          <a:p xmlns:a="http://schemas.openxmlformats.org/drawingml/2006/main">
            <a:pPr>
              <a:buNone/>
              <a:defRPr sz="2775" b="1">
                <a:solidFill>
                  <a:srgbClr val="A6A8FF"/>
                </a:solidFill>
                <a:latin typeface="Space Grotesk"/>
                <a:ea typeface="Space Grotesk"/>
                <a:cs typeface="Space Grotesk"/>
              </a:defRPr>
            </a:pPr>
            <a:r>
              <a:rPr sz="2775" b="1">
                <a:solidFill>
                  <a:srgbClr val="A6A8FF"/>
                </a:solidFill>
                <a:latin typeface="Space Grotesk"/>
                <a:ea typeface="Space Grotesk"/>
                <a:cs typeface="Space Grotesk"/>
              </a:rPr>
              <a:t>control</a:t>
            </a:r>
          </a:p>
        </p:txBody>
      </p:sp>
      <p:sp>
        <p:nvSpPr>
          <p:cNvPr id="10" name="Spending caps&#10;Recipient and expiry check">
            <a:extLst xmlns:a="http://schemas.openxmlformats.org/drawingml/2006/main">
              <a:ext uri="{FF2B5EF4-FFF2-40B4-BE49-F238E27FC236}">
                <a16:creationId xmlns:a16="http://schemas.microsoft.com/office/drawing/2014/main" id="{E8D13018-1E2F-4811-9C30-A570682F5375}"/>
              </a:ext>
            </a:extLst>
          </p:cNvPr>
          <p:cNvSpPr>
            <a:spLocks xmlns:a="http://schemas.openxmlformats.org/drawingml/2006/main" noGrp="1"/>
          </p:cNvSpPr>
          <p:nvPr/>
        </p:nvSpPr>
        <p:spPr>
          <a:xfrm xmlns:a="http://schemas.openxmlformats.org/drawingml/2006/main">
            <a:off x="8391525" y="3638550"/>
            <a:ext cx="29527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F3F2F7"/>
                </a:solidFill>
                <a:latin typeface="Inter"/>
                <a:ea typeface="Inter"/>
                <a:cs typeface="Inter"/>
              </a:defRPr>
            </a:defPPr>
            <a:lvl1pPr>
              <a:buNone/>
              <a:defRPr sz="1875" b="0">
                <a:solidFill>
                  <a:srgbClr val="F3F2F7"/>
                </a:solidFill>
                <a:latin typeface="Inter"/>
                <a:ea typeface="Inter"/>
                <a:cs typeface="Inter"/>
              </a:defRPr>
            </a:lvl1pPr>
            <a:lvl2pPr>
              <a:buNone/>
              <a:defRPr sz="1875" b="0">
                <a:solidFill>
                  <a:srgbClr val="F3F2F7"/>
                </a:solidFill>
                <a:latin typeface="Inter"/>
                <a:ea typeface="Inter"/>
                <a:cs typeface="Inter"/>
              </a:defRPr>
            </a:lvl2pPr>
            <a:lvl3pPr>
              <a:buNone/>
              <a:defRPr sz="1875" b="0">
                <a:solidFill>
                  <a:srgbClr val="F3F2F7"/>
                </a:solidFill>
                <a:latin typeface="Inter"/>
                <a:ea typeface="Inter"/>
                <a:cs typeface="Inter"/>
              </a:defRPr>
            </a:lvl3pPr>
            <a:lvl4pPr>
              <a:buNone/>
              <a:defRPr sz="1875" b="0">
                <a:solidFill>
                  <a:srgbClr val="F3F2F7"/>
                </a:solidFill>
                <a:latin typeface="Inter"/>
                <a:ea typeface="Inter"/>
                <a:cs typeface="Inter"/>
              </a:defRPr>
            </a:lvl4pPr>
            <a:lvl5pPr>
              <a:buNone/>
              <a:defRPr sz="1875" b="0">
                <a:solidFill>
                  <a:srgbClr val="F3F2F7"/>
                </a:solidFill>
                <a:latin typeface="Inter"/>
                <a:ea typeface="Inter"/>
                <a:cs typeface="Inter"/>
              </a:defRPr>
            </a:lvl5pPr>
            <a:lvl6pPr>
              <a:buNone/>
              <a:defRPr sz="1875" b="0">
                <a:solidFill>
                  <a:srgbClr val="F3F2F7"/>
                </a:solidFill>
                <a:latin typeface="Inter"/>
                <a:ea typeface="Inter"/>
                <a:cs typeface="Inter"/>
              </a:defRPr>
            </a:lvl6pPr>
            <a:lvl7pPr>
              <a:buNone/>
              <a:defRPr sz="1875" b="0">
                <a:solidFill>
                  <a:srgbClr val="F3F2F7"/>
                </a:solidFill>
                <a:latin typeface="Inter"/>
                <a:ea typeface="Inter"/>
                <a:cs typeface="Inter"/>
              </a:defRPr>
            </a:lvl7pPr>
            <a:lvl8pPr>
              <a:buNone/>
              <a:defRPr sz="1875" b="0">
                <a:solidFill>
                  <a:srgbClr val="F3F2F7"/>
                </a:solidFill>
                <a:latin typeface="Inter"/>
                <a:ea typeface="Inter"/>
                <a:cs typeface="Inter"/>
              </a:defRPr>
            </a:lvl8pPr>
            <a:lvl9pPr>
              <a:buNone/>
              <a:defRPr sz="1875" b="0">
                <a:solidFill>
                  <a:srgbClr val="F3F2F7"/>
                </a:solidFill>
                <a:latin typeface="Inter"/>
                <a:ea typeface="Inter"/>
                <a:cs typeface="Inter"/>
              </a:defRPr>
            </a:lvl9pPr>
          </a:lstStyle>
          <a:p xmlns:a="http://schemas.openxmlformats.org/drawingml/2006/main">
            <a:pPr>
              <a:buNone/>
              <a:defRPr sz="1875" b="0">
                <a:solidFill>
                  <a:srgbClr val="F3F2F7"/>
                </a:solidFill>
                <a:latin typeface="Inter"/>
                <a:ea typeface="Inter"/>
                <a:cs typeface="Inter"/>
              </a:defRPr>
            </a:pPr>
            <a:r>
              <a:rPr sz="1875" b="0">
                <a:solidFill>
                  <a:srgbClr val="F3F2F7"/>
                </a:solidFill>
                <a:latin typeface="Inter"/>
                <a:ea typeface="Inter"/>
                <a:cs typeface="Inter"/>
              </a:rPr>
              <a:t>Spending caps</a:t>
            </a:r>
          </a:p>
          <a:p xmlns:a="http://schemas.openxmlformats.org/drawingml/2006/main">
            <a:pPr>
              <a:buNone/>
              <a:defRPr sz="1875" b="0">
                <a:solidFill>
                  <a:srgbClr val="F3F2F7"/>
                </a:solidFill>
                <a:latin typeface="Inter"/>
                <a:ea typeface="Inter"/>
                <a:cs typeface="Inter"/>
              </a:defRPr>
            </a:pPr>
            <a:r>
              <a:rPr sz="1875" b="0">
                <a:solidFill>
                  <a:srgbClr val="F3F2F7"/>
                </a:solidFill>
                <a:latin typeface="Inter"/>
                <a:ea typeface="Inter"/>
                <a:cs typeface="Inter"/>
              </a:rPr>
              <a:t>Recipient and expiry checks</a:t>
            </a:r>
          </a:p>
          <a:p xmlns:a="http://schemas.openxmlformats.org/drawingml/2006/main">
            <a:pPr>
              <a:buNone/>
              <a:defRPr sz="1875" b="0">
                <a:solidFill>
                  <a:srgbClr val="F3F2F7"/>
                </a:solidFill>
                <a:latin typeface="Inter"/>
                <a:ea typeface="Inter"/>
                <a:cs typeface="Inter"/>
              </a:defRPr>
            </a:pPr>
            <a:r>
              <a:rPr sz="1875" b="0">
                <a:solidFill>
                  <a:srgbClr val="F3F2F7"/>
                </a:solidFill>
                <a:latin typeface="Inter"/>
                <a:ea typeface="Inter"/>
                <a:cs typeface="Inter"/>
              </a:rPr>
              <a:t>Revocation and replay checks</a:t>
            </a:r>
          </a:p>
        </p:txBody>
      </p:sp>
      <p:sp>
        <p:nvSpPr>
          <p:cNvPr id="11" name="">
            <a:extLst xmlns:a="http://schemas.openxmlformats.org/drawingml/2006/main">
              <a:ext uri="{FF2B5EF4-FFF2-40B4-BE49-F238E27FC236}">
                <a16:creationId xmlns:a16="http://schemas.microsoft.com/office/drawing/2014/main" id="{E205B682-9779-46DA-ACB1-2E6F1C8A2884}"/>
              </a:ext>
            </a:extLst>
          </p:cNvPr>
          <p:cNvSpPr>
            <a:spLocks xmlns:a="http://schemas.openxmlformats.org/drawingml/2006/main" noGrp="1"/>
          </p:cNvSpPr>
          <p:nvPr/>
        </p:nvSpPr>
        <p:spPr>
          <a:xfrm xmlns:a="http://schemas.openxmlformats.org/drawingml/2006/main">
            <a:off x="609600" y="5676900"/>
            <a:ext cx="10972800" cy="819150"/>
          </a:xfrm>
          <a:prstGeom xmlns:a="http://schemas.openxmlformats.org/drawingml/2006/main" prst="roundRect">
            <a:avLst>
              <a:gd name="adj" fmla="val 18605"/>
            </a:avLst>
          </a:prstGeom>
          <a:solidFill xmlns:a="http://schemas.openxmlformats.org/drawingml/2006/main">
            <a:srgbClr val="4B4DDB"/>
          </a:solidFill>
          <a:ln xmlns:a="http://schemas.openxmlformats.org/drawingml/2006/main" w="9525">
            <a:solidFill>
              <a:srgbClr val="4B4DDB"/>
            </a:solidFill>
          </a:ln>
        </p:spPr>
      </p:sp>
      <p:sp>
        <p:nvSpPr>
          <p:cNvPr id="12" name="Autonomous execution within owner-define">
            <a:extLst xmlns:a="http://schemas.openxmlformats.org/drawingml/2006/main">
              <a:ext uri="{FF2B5EF4-FFF2-40B4-BE49-F238E27FC236}">
                <a16:creationId xmlns:a16="http://schemas.microsoft.com/office/drawing/2014/main" id="{5EDC9496-A496-4CB7-B489-FF02BF95C484}"/>
              </a:ext>
            </a:extLst>
          </p:cNvPr>
          <p:cNvSpPr>
            <a:spLocks xmlns:a="http://schemas.openxmlformats.org/drawingml/2006/main" noGrp="1"/>
          </p:cNvSpPr>
          <p:nvPr/>
        </p:nvSpPr>
        <p:spPr>
          <a:xfrm xmlns:a="http://schemas.openxmlformats.org/drawingml/2006/main">
            <a:off x="838200" y="5895975"/>
            <a:ext cx="10525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400" b="1">
                <a:solidFill>
                  <a:srgbClr val="F3F2F7"/>
                </a:solidFill>
                <a:latin typeface="Space Grotesk"/>
                <a:ea typeface="Space Grotesk"/>
                <a:cs typeface="Space Grotesk"/>
              </a:defRPr>
            </a:defPPr>
            <a:lvl1pPr>
              <a:buNone/>
              <a:defRPr sz="2400" b="1">
                <a:solidFill>
                  <a:srgbClr val="F3F2F7"/>
                </a:solidFill>
                <a:latin typeface="Space Grotesk"/>
                <a:ea typeface="Space Grotesk"/>
                <a:cs typeface="Space Grotesk"/>
              </a:defRPr>
            </a:lvl1pPr>
            <a:lvl2pPr>
              <a:buNone/>
              <a:defRPr sz="2400" b="1">
                <a:solidFill>
                  <a:srgbClr val="F3F2F7"/>
                </a:solidFill>
                <a:latin typeface="Space Grotesk"/>
                <a:ea typeface="Space Grotesk"/>
                <a:cs typeface="Space Grotesk"/>
              </a:defRPr>
            </a:lvl2pPr>
            <a:lvl3pPr>
              <a:buNone/>
              <a:defRPr sz="2400" b="1">
                <a:solidFill>
                  <a:srgbClr val="F3F2F7"/>
                </a:solidFill>
                <a:latin typeface="Space Grotesk"/>
                <a:ea typeface="Space Grotesk"/>
                <a:cs typeface="Space Grotesk"/>
              </a:defRPr>
            </a:lvl3pPr>
            <a:lvl4pPr>
              <a:buNone/>
              <a:defRPr sz="2400" b="1">
                <a:solidFill>
                  <a:srgbClr val="F3F2F7"/>
                </a:solidFill>
                <a:latin typeface="Space Grotesk"/>
                <a:ea typeface="Space Grotesk"/>
                <a:cs typeface="Space Grotesk"/>
              </a:defRPr>
            </a:lvl4pPr>
            <a:lvl5pPr>
              <a:buNone/>
              <a:defRPr sz="2400" b="1">
                <a:solidFill>
                  <a:srgbClr val="F3F2F7"/>
                </a:solidFill>
                <a:latin typeface="Space Grotesk"/>
                <a:ea typeface="Space Grotesk"/>
                <a:cs typeface="Space Grotesk"/>
              </a:defRPr>
            </a:lvl5pPr>
            <a:lvl6pPr>
              <a:buNone/>
              <a:defRPr sz="2400" b="1">
                <a:solidFill>
                  <a:srgbClr val="F3F2F7"/>
                </a:solidFill>
                <a:latin typeface="Space Grotesk"/>
                <a:ea typeface="Space Grotesk"/>
                <a:cs typeface="Space Grotesk"/>
              </a:defRPr>
            </a:lvl6pPr>
            <a:lvl7pPr>
              <a:buNone/>
              <a:defRPr sz="2400" b="1">
                <a:solidFill>
                  <a:srgbClr val="F3F2F7"/>
                </a:solidFill>
                <a:latin typeface="Space Grotesk"/>
                <a:ea typeface="Space Grotesk"/>
                <a:cs typeface="Space Grotesk"/>
              </a:defRPr>
            </a:lvl7pPr>
            <a:lvl8pPr>
              <a:buNone/>
              <a:defRPr sz="2400" b="1">
                <a:solidFill>
                  <a:srgbClr val="F3F2F7"/>
                </a:solidFill>
                <a:latin typeface="Space Grotesk"/>
                <a:ea typeface="Space Grotesk"/>
                <a:cs typeface="Space Grotesk"/>
              </a:defRPr>
            </a:lvl8pPr>
            <a:lvl9pPr>
              <a:buNone/>
              <a:defRPr sz="2400" b="1">
                <a:solidFill>
                  <a:srgbClr val="F3F2F7"/>
                </a:solidFill>
                <a:latin typeface="Space Grotesk"/>
                <a:ea typeface="Space Grotesk"/>
                <a:cs typeface="Space Grotesk"/>
              </a:defRPr>
            </a:lvl9pPr>
          </a:lstStyle>
          <a:p xmlns:a="http://schemas.openxmlformats.org/drawingml/2006/main">
            <a:pPr>
              <a:buNone/>
              <a:defRPr sz="2400" b="1">
                <a:solidFill>
                  <a:srgbClr val="F3F2F7"/>
                </a:solidFill>
                <a:latin typeface="Space Grotesk"/>
                <a:ea typeface="Space Grotesk"/>
                <a:cs typeface="Space Grotesk"/>
              </a:defRPr>
            </a:pPr>
            <a:r>
              <a:rPr sz="2400" b="1">
                <a:solidFill>
                  <a:srgbClr val="F3F2F7"/>
                </a:solidFill>
                <a:latin typeface="Space Grotesk"/>
                <a:ea typeface="Space Grotesk"/>
                <a:cs typeface="Space Grotesk"/>
              </a:rPr>
              <a:t>Autonomous execution within owner-defined permissions</a:t>
            </a:r>
          </a:p>
        </p:txBody>
      </p:sp>
    </p:spTree>
    <p:extLst>
      <p:ext uri="{BB962C8B-B14F-4D97-AF65-F5344CB8AC3E}">
        <p14:creationId xmlns:p14="http://schemas.microsoft.com/office/powerpoint/2010/main" val="313139681"/>
      </p:ext>
    </p:extLst>
  </p:cSld>
</p:sld>
</file>

<file path=ppt/slides/slide6.xml><?xml version="1.0" encoding="utf-8"?>
<p:sld xmlns:p="http://schemas.openxmlformats.org/presentationml/2006/main">
  <p:cSld>
    <p:bg>
      <p:bgPr>
        <a:solidFill xmlns:a="http://schemas.openxmlformats.org/drawingml/2006/main">
          <a:srgbClr val="101014"/>
        </a:solidFill>
      </p:bgPr>
    </p:bg>
    <p:spTree>
      <p:nvGrpSpPr>
        <p:cNvPr id="1" name=""/>
        <p:cNvGrpSpPr/>
        <p:nvPr/>
      </p:nvGrpSpPr>
      <p:grpSpPr>
        <a:xfrm xmlns:a="http://schemas.openxmlformats.org/drawingml/2006/main"/>
      </p:grpSpPr>
      <p:sp>
        <p:nvSpPr>
          <p:cNvPr id="6" name="Technical architecture">
            <a:extLst xmlns:a="http://schemas.openxmlformats.org/drawingml/2006/main">
              <a:ext uri="{FF2B5EF4-FFF2-40B4-BE49-F238E27FC236}">
                <a16:creationId xmlns:a16="http://schemas.microsoft.com/office/drawing/2014/main" id="{9C91FDC7-5935-45B7-A2B8-613CE442CF6F}"/>
              </a:ext>
            </a:extLst>
          </p:cNvPr>
          <p:cNvSpPr>
            <a:spLocks xmlns:a="http://schemas.openxmlformats.org/drawingml/2006/main" noGrp="1"/>
          </p:cNvSpPr>
          <p:nvPr/>
        </p:nvSpPr>
        <p:spPr>
          <a:xfrm xmlns:a="http://schemas.openxmlformats.org/drawingml/2006/main">
            <a:off x="609600" y="4572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825" b="1">
                <a:solidFill>
                  <a:srgbClr val="F3F2F7"/>
                </a:solidFill>
                <a:latin typeface="Space Grotesk"/>
                <a:ea typeface="Space Grotesk"/>
                <a:cs typeface="Space Grotesk"/>
              </a:defRPr>
            </a:defPPr>
            <a:lvl1pPr>
              <a:buNone/>
              <a:defRPr sz="3825" b="1">
                <a:solidFill>
                  <a:srgbClr val="F3F2F7"/>
                </a:solidFill>
                <a:latin typeface="Space Grotesk"/>
                <a:ea typeface="Space Grotesk"/>
                <a:cs typeface="Space Grotesk"/>
              </a:defRPr>
            </a:lvl1pPr>
            <a:lvl2pPr>
              <a:buNone/>
              <a:defRPr sz="3825" b="1">
                <a:solidFill>
                  <a:srgbClr val="F3F2F7"/>
                </a:solidFill>
                <a:latin typeface="Space Grotesk"/>
                <a:ea typeface="Space Grotesk"/>
                <a:cs typeface="Space Grotesk"/>
              </a:defRPr>
            </a:lvl2pPr>
            <a:lvl3pPr>
              <a:buNone/>
              <a:defRPr sz="3825" b="1">
                <a:solidFill>
                  <a:srgbClr val="F3F2F7"/>
                </a:solidFill>
                <a:latin typeface="Space Grotesk"/>
                <a:ea typeface="Space Grotesk"/>
                <a:cs typeface="Space Grotesk"/>
              </a:defRPr>
            </a:lvl3pPr>
            <a:lvl4pPr>
              <a:buNone/>
              <a:defRPr sz="3825" b="1">
                <a:solidFill>
                  <a:srgbClr val="F3F2F7"/>
                </a:solidFill>
                <a:latin typeface="Space Grotesk"/>
                <a:ea typeface="Space Grotesk"/>
                <a:cs typeface="Space Grotesk"/>
              </a:defRPr>
            </a:lvl4pPr>
            <a:lvl5pPr>
              <a:buNone/>
              <a:defRPr sz="3825" b="1">
                <a:solidFill>
                  <a:srgbClr val="F3F2F7"/>
                </a:solidFill>
                <a:latin typeface="Space Grotesk"/>
                <a:ea typeface="Space Grotesk"/>
                <a:cs typeface="Space Grotesk"/>
              </a:defRPr>
            </a:lvl5pPr>
            <a:lvl6pPr>
              <a:buNone/>
              <a:defRPr sz="3825" b="1">
                <a:solidFill>
                  <a:srgbClr val="F3F2F7"/>
                </a:solidFill>
                <a:latin typeface="Space Grotesk"/>
                <a:ea typeface="Space Grotesk"/>
                <a:cs typeface="Space Grotesk"/>
              </a:defRPr>
            </a:lvl6pPr>
            <a:lvl7pPr>
              <a:buNone/>
              <a:defRPr sz="3825" b="1">
                <a:solidFill>
                  <a:srgbClr val="F3F2F7"/>
                </a:solidFill>
                <a:latin typeface="Space Grotesk"/>
                <a:ea typeface="Space Grotesk"/>
                <a:cs typeface="Space Grotesk"/>
              </a:defRPr>
            </a:lvl7pPr>
            <a:lvl8pPr>
              <a:buNone/>
              <a:defRPr sz="3825" b="1">
                <a:solidFill>
                  <a:srgbClr val="F3F2F7"/>
                </a:solidFill>
                <a:latin typeface="Space Grotesk"/>
                <a:ea typeface="Space Grotesk"/>
                <a:cs typeface="Space Grotesk"/>
              </a:defRPr>
            </a:lvl8pPr>
            <a:lvl9pPr>
              <a:buNone/>
              <a:defRPr sz="3825" b="1">
                <a:solidFill>
                  <a:srgbClr val="F3F2F7"/>
                </a:solidFill>
                <a:latin typeface="Space Grotesk"/>
                <a:ea typeface="Space Grotesk"/>
                <a:cs typeface="Space Grotesk"/>
              </a:defRPr>
            </a:lvl9pPr>
          </a:lstStyle>
          <a:p xmlns:a="http://schemas.openxmlformats.org/drawingml/2006/main">
            <a:pPr>
              <a:buNone/>
              <a:defRPr sz="3825" b="1">
                <a:solidFill>
                  <a:srgbClr val="F3F2F7"/>
                </a:solidFill>
                <a:latin typeface="Space Grotesk"/>
                <a:ea typeface="Space Grotesk"/>
                <a:cs typeface="Space Grotesk"/>
              </a:defRPr>
            </a:pPr>
            <a:r>
              <a:rPr sz="3825" b="1">
                <a:solidFill>
                  <a:srgbClr val="F3F2F7"/>
                </a:solidFill>
                <a:latin typeface="Space Grotesk"/>
                <a:ea typeface="Space Grotesk"/>
                <a:cs typeface="Space Grotesk"/>
              </a:rPr>
              <a:t>Technical architecture</a:t>
            </a:r>
          </a:p>
        </p:txBody>
      </p:sp>
      <p:pic>
        <p:nvPicPr>
          <p:cNvPr id="2" name="">
            <a:extLst xmlns:a="http://schemas.openxmlformats.org/drawingml/2006/main">
              <a:ext uri="{FF2B5EF4-FFF2-40B4-BE49-F238E27FC236}">
                <a16:creationId xmlns:a16="http://schemas.microsoft.com/office/drawing/2014/main" id="{33C8B756-BE1B-46F1-BAA9-BC9DC5138FBF}"/>
              </a:ext>
            </a:extLst>
          </p:cNvPr>
          <p:cNvPicPr>
            <a:picLocks xmlns:a="http://schemas.openxmlformats.org/drawingml/2006/main" noChangeAspect="1"/>
          </p:cNvPicPr>
          <p:nvPr/>
        </p:nvPicPr>
        <p:blipFill>
          <a:blip xmlns:r="http://schemas.openxmlformats.org/officeDocument/2006/relationships" xmlns:a="http://schemas.openxmlformats.org/drawingml/2006/main" r:embed="Ra556875f7aa44797"/>
          <a:stretch xmlns:a="http://schemas.openxmlformats.org/drawingml/2006/main"/>
        </p:blipFill>
        <p:spPr>
          <a:xfrm xmlns:a="http://schemas.openxmlformats.org/drawingml/2006/main">
            <a:off x="1255640" y="1162050"/>
            <a:ext cx="9680720" cy="5448300"/>
          </a:xfrm>
          <a:prstGeom xmlns:a="http://schemas.openxmlformats.org/drawingml/2006/main" prst="rect">
            <a:avLst/>
          </a:prstGeom>
        </p:spPr>
      </p:pic>
      <p:pic>
        <p:nvPicPr>
          <p:cNvPr id="3" name="">
            <a:extLst xmlns:a="http://schemas.openxmlformats.org/drawingml/2006/main">
              <a:ext uri="{FF2B5EF4-FFF2-40B4-BE49-F238E27FC236}">
                <a16:creationId xmlns:a16="http://schemas.microsoft.com/office/drawing/2014/main" id="{9410694E-080E-4618-86EE-473221B3AFE0}"/>
              </a:ext>
            </a:extLst>
          </p:cNvPr>
          <p:cNvPicPr>
            <a:picLocks xmlns:a="http://schemas.openxmlformats.org/drawingml/2006/main" noChangeAspect="1"/>
          </p:cNvPicPr>
          <p:nvPr/>
        </p:nvPicPr>
        <p:blipFill>
          <a:blip xmlns:r="http://schemas.openxmlformats.org/officeDocument/2006/relationships" xmlns:a="http://schemas.openxmlformats.org/drawingml/2006/main" r:embed="R32101f2789da4809"/>
          <a:stretch xmlns:a="http://schemas.openxmlformats.org/drawingml/2006/main"/>
        </p:blipFill>
        <p:spPr>
          <a:xfrm xmlns:a="http://schemas.openxmlformats.org/drawingml/2006/main">
            <a:off x="9791700" y="600075"/>
            <a:ext cx="323850" cy="3238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BBBFA74-2771-4181-89E3-8ECDCDF0A4CF}"/>
              </a:ext>
            </a:extLst>
          </p:cNvPr>
          <p:cNvSpPr>
            <a:spLocks xmlns:a="http://schemas.openxmlformats.org/drawingml/2006/main" noGrp="1"/>
          </p:cNvSpPr>
          <p:nvPr/>
        </p:nvSpPr>
        <p:spPr>
          <a:xfrm xmlns:a="http://schemas.openxmlformats.org/drawingml/2006/main">
            <a:off x="10477500" y="552450"/>
            <a:ext cx="1047750" cy="428625"/>
          </a:xfrm>
          <a:prstGeom xmlns:a="http://schemas.openxmlformats.org/drawingml/2006/main" prst="roundRect">
            <a:avLst>
              <a:gd name="adj" fmla="val 35556"/>
            </a:avLst>
          </a:prstGeom>
          <a:solidFill xmlns:a="http://schemas.openxmlformats.org/drawingml/2006/main">
            <a:srgbClr val="FFFFFF"/>
          </a:solidFill>
          <a:ln xmlns:a="http://schemas.openxmlformats.org/drawingml/2006/main" w="9525">
            <a:solidFill>
              <a:srgbClr val="FFFFFF"/>
            </a:solidFill>
          </a:ln>
        </p:spPr>
      </p:sp>
      <p:pic>
        <p:nvPicPr>
          <p:cNvPr id="5" name="">
            <a:extLst xmlns:a="http://schemas.openxmlformats.org/drawingml/2006/main">
              <a:ext uri="{FF2B5EF4-FFF2-40B4-BE49-F238E27FC236}">
                <a16:creationId xmlns:a16="http://schemas.microsoft.com/office/drawing/2014/main" id="{216DF6BB-D0B1-4CA9-A135-D97C8CC311F3}"/>
              </a:ext>
            </a:extLst>
          </p:cNvPr>
          <p:cNvPicPr>
            <a:picLocks xmlns:a="http://schemas.openxmlformats.org/drawingml/2006/main" noChangeAspect="1"/>
          </p:cNvPicPr>
          <p:nvPr/>
        </p:nvPicPr>
        <p:blipFill>
          <a:blip xmlns:r="http://schemas.openxmlformats.org/officeDocument/2006/relationships" xmlns:a="http://schemas.openxmlformats.org/drawingml/2006/main" r:embed="Rbb29fdaaccb54a71"/>
          <a:stretch xmlns:a="http://schemas.openxmlformats.org/drawingml/2006/main"/>
        </p:blipFill>
        <p:spPr>
          <a:xfrm xmlns:a="http://schemas.openxmlformats.org/drawingml/2006/main">
            <a:off x="10691478" y="619125"/>
            <a:ext cx="619794" cy="295275"/>
          </a:xfrm>
          <a:prstGeom xmlns:a="http://schemas.openxmlformats.org/drawingml/2006/main" prst="rect">
            <a:avLst/>
          </a:prstGeom>
        </p:spPr>
      </p:pic>
    </p:spTree>
    <p:extLst>
      <p:ext uri="{BB962C8B-B14F-4D97-AF65-F5344CB8AC3E}">
        <p14:creationId xmlns:p14="http://schemas.microsoft.com/office/powerpoint/2010/main" val="960305034"/>
      </p:ext>
    </p:extLst>
  </p:cSld>
</p:sld>
</file>

<file path=ppt/slides/slide7.xml><?xml version="1.0" encoding="utf-8"?>
<p:sld xmlns:p="http://schemas.openxmlformats.org/presentationml/2006/main">
  <p:cSld>
    <p:bg>
      <p:bgPr>
        <a:solidFill xmlns:a="http://schemas.openxmlformats.org/drawingml/2006/main">
          <a:srgbClr val="101014"/>
        </a:solidFill>
      </p:bgPr>
    </p:bg>
    <p:spTree>
      <p:nvGrpSpPr>
        <p:cNvPr id="1" name=""/>
        <p:cNvGrpSpPr/>
        <p:nvPr/>
      </p:nvGrpSpPr>
      <p:grpSpPr>
        <a:xfrm xmlns:a="http://schemas.openxmlformats.org/drawingml/2006/main"/>
      </p:grpSpPr>
      <p:sp>
        <p:nvSpPr>
          <p:cNvPr id="3" name="How private payments work">
            <a:extLst xmlns:a="http://schemas.openxmlformats.org/drawingml/2006/main">
              <a:ext uri="{FF2B5EF4-FFF2-40B4-BE49-F238E27FC236}">
                <a16:creationId xmlns:a16="http://schemas.microsoft.com/office/drawing/2014/main" id="{BBC002A7-49F1-426E-9593-3CAF27DFC099}"/>
              </a:ext>
            </a:extLst>
          </p:cNvPr>
          <p:cNvSpPr>
            <a:spLocks xmlns:a="http://schemas.openxmlformats.org/drawingml/2006/main" noGrp="1"/>
          </p:cNvSpPr>
          <p:nvPr/>
        </p:nvSpPr>
        <p:spPr>
          <a:xfrm xmlns:a="http://schemas.openxmlformats.org/drawingml/2006/main">
            <a:off x="609600" y="4572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825" b="1">
                <a:solidFill>
                  <a:srgbClr val="F3F2F7"/>
                </a:solidFill>
                <a:latin typeface="Space Grotesk"/>
                <a:ea typeface="Space Grotesk"/>
                <a:cs typeface="Space Grotesk"/>
              </a:defRPr>
            </a:defPPr>
            <a:lvl1pPr>
              <a:buNone/>
              <a:defRPr sz="3825" b="1">
                <a:solidFill>
                  <a:srgbClr val="F3F2F7"/>
                </a:solidFill>
                <a:latin typeface="Space Grotesk"/>
                <a:ea typeface="Space Grotesk"/>
                <a:cs typeface="Space Grotesk"/>
              </a:defRPr>
            </a:lvl1pPr>
            <a:lvl2pPr>
              <a:buNone/>
              <a:defRPr sz="3825" b="1">
                <a:solidFill>
                  <a:srgbClr val="F3F2F7"/>
                </a:solidFill>
                <a:latin typeface="Space Grotesk"/>
                <a:ea typeface="Space Grotesk"/>
                <a:cs typeface="Space Grotesk"/>
              </a:defRPr>
            </a:lvl2pPr>
            <a:lvl3pPr>
              <a:buNone/>
              <a:defRPr sz="3825" b="1">
                <a:solidFill>
                  <a:srgbClr val="F3F2F7"/>
                </a:solidFill>
                <a:latin typeface="Space Grotesk"/>
                <a:ea typeface="Space Grotesk"/>
                <a:cs typeface="Space Grotesk"/>
              </a:defRPr>
            </a:lvl3pPr>
            <a:lvl4pPr>
              <a:buNone/>
              <a:defRPr sz="3825" b="1">
                <a:solidFill>
                  <a:srgbClr val="F3F2F7"/>
                </a:solidFill>
                <a:latin typeface="Space Grotesk"/>
                <a:ea typeface="Space Grotesk"/>
                <a:cs typeface="Space Grotesk"/>
              </a:defRPr>
            </a:lvl4pPr>
            <a:lvl5pPr>
              <a:buNone/>
              <a:defRPr sz="3825" b="1">
                <a:solidFill>
                  <a:srgbClr val="F3F2F7"/>
                </a:solidFill>
                <a:latin typeface="Space Grotesk"/>
                <a:ea typeface="Space Grotesk"/>
                <a:cs typeface="Space Grotesk"/>
              </a:defRPr>
            </a:lvl5pPr>
            <a:lvl6pPr>
              <a:buNone/>
              <a:defRPr sz="3825" b="1">
                <a:solidFill>
                  <a:srgbClr val="F3F2F7"/>
                </a:solidFill>
                <a:latin typeface="Space Grotesk"/>
                <a:ea typeface="Space Grotesk"/>
                <a:cs typeface="Space Grotesk"/>
              </a:defRPr>
            </a:lvl6pPr>
            <a:lvl7pPr>
              <a:buNone/>
              <a:defRPr sz="3825" b="1">
                <a:solidFill>
                  <a:srgbClr val="F3F2F7"/>
                </a:solidFill>
                <a:latin typeface="Space Grotesk"/>
                <a:ea typeface="Space Grotesk"/>
                <a:cs typeface="Space Grotesk"/>
              </a:defRPr>
            </a:lvl7pPr>
            <a:lvl8pPr>
              <a:buNone/>
              <a:defRPr sz="3825" b="1">
                <a:solidFill>
                  <a:srgbClr val="F3F2F7"/>
                </a:solidFill>
                <a:latin typeface="Space Grotesk"/>
                <a:ea typeface="Space Grotesk"/>
                <a:cs typeface="Space Grotesk"/>
              </a:defRPr>
            </a:lvl8pPr>
            <a:lvl9pPr>
              <a:buNone/>
              <a:defRPr sz="3825" b="1">
                <a:solidFill>
                  <a:srgbClr val="F3F2F7"/>
                </a:solidFill>
                <a:latin typeface="Space Grotesk"/>
                <a:ea typeface="Space Grotesk"/>
                <a:cs typeface="Space Grotesk"/>
              </a:defRPr>
            </a:lvl9pPr>
          </a:lstStyle>
          <a:p xmlns:a="http://schemas.openxmlformats.org/drawingml/2006/main">
            <a:pPr>
              <a:buNone/>
              <a:defRPr sz="3825" b="1">
                <a:solidFill>
                  <a:srgbClr val="F3F2F7"/>
                </a:solidFill>
                <a:latin typeface="Space Grotesk"/>
                <a:ea typeface="Space Grotesk"/>
                <a:cs typeface="Space Grotesk"/>
              </a:defRPr>
            </a:pPr>
            <a:r>
              <a:rPr sz="3825" b="1">
                <a:solidFill>
                  <a:srgbClr val="F3F2F7"/>
                </a:solidFill>
                <a:latin typeface="Space Grotesk"/>
                <a:ea typeface="Space Grotesk"/>
                <a:cs typeface="Space Grotesk"/>
              </a:rPr>
              <a:t>How private payments work</a:t>
            </a:r>
          </a:p>
        </p:txBody>
      </p:sp>
      <p:pic>
        <p:nvPicPr>
          <p:cNvPr id="2" name="">
            <a:extLst xmlns:a="http://schemas.openxmlformats.org/drawingml/2006/main">
              <a:ext uri="{FF2B5EF4-FFF2-40B4-BE49-F238E27FC236}">
                <a16:creationId xmlns:a16="http://schemas.microsoft.com/office/drawing/2014/main" id="{E7BE85B4-8AA2-4206-B9AA-3C7156928E55}"/>
              </a:ext>
            </a:extLst>
          </p:cNvPr>
          <p:cNvPicPr>
            <a:picLocks xmlns:a="http://schemas.openxmlformats.org/drawingml/2006/main" noChangeAspect="1"/>
          </p:cNvPicPr>
          <p:nvPr/>
        </p:nvPicPr>
        <p:blipFill>
          <a:blip xmlns:r="http://schemas.openxmlformats.org/officeDocument/2006/relationships" xmlns:a="http://schemas.openxmlformats.org/drawingml/2006/main" r:embed="R2c50e3ee69eb49c8"/>
          <a:stretch xmlns:a="http://schemas.openxmlformats.org/drawingml/2006/main"/>
        </p:blipFill>
        <p:spPr>
          <a:xfrm xmlns:a="http://schemas.openxmlformats.org/drawingml/2006/main">
            <a:off x="1374110" y="1276350"/>
            <a:ext cx="9443779" cy="5314950"/>
          </a:xfrm>
          <a:prstGeom xmlns:a="http://schemas.openxmlformats.org/drawingml/2006/main" prst="rect">
            <a:avLst/>
          </a:prstGeom>
        </p:spPr>
      </p:pic>
    </p:spTree>
    <p:extLst>
      <p:ext uri="{BB962C8B-B14F-4D97-AF65-F5344CB8AC3E}">
        <p14:creationId xmlns:p14="http://schemas.microsoft.com/office/powerpoint/2010/main" val="1044120874"/>
      </p:ext>
    </p:extLst>
  </p:cSld>
</p:sld>
</file>

<file path=ppt/slides/slide8.xml><?xml version="1.0" encoding="utf-8"?>
<p:sld xmlns:p="http://schemas.openxmlformats.org/presentationml/2006/main">
  <p:cSld>
    <p:bg>
      <p:bgPr>
        <a:solidFill xmlns:a="http://schemas.openxmlformats.org/drawingml/2006/main">
          <a:srgbClr val="101014"/>
        </a:solidFill>
      </p:bgPr>
    </p:bg>
    <p:spTree>
      <p:nvGrpSpPr>
        <p:cNvPr id="1" name=""/>
        <p:cNvGrpSpPr/>
        <p:nvPr/>
      </p:nvGrpSpPr>
      <p:grpSpPr>
        <a:xfrm xmlns:a="http://schemas.openxmlformats.org/drawingml/2006/main"/>
      </p:grpSpPr>
      <p:sp>
        <p:nvSpPr>
          <p:cNvPr id="27" name="Technology stack">
            <a:extLst xmlns:a="http://schemas.openxmlformats.org/drawingml/2006/main">
              <a:ext uri="{FF2B5EF4-FFF2-40B4-BE49-F238E27FC236}">
                <a16:creationId xmlns:a16="http://schemas.microsoft.com/office/drawing/2014/main" id="{56D14916-20C5-474F-BFE5-A18A7BC6E3FD}"/>
              </a:ext>
            </a:extLst>
          </p:cNvPr>
          <p:cNvSpPr>
            <a:spLocks xmlns:a="http://schemas.openxmlformats.org/drawingml/2006/main" noGrp="1"/>
          </p:cNvSpPr>
          <p:nvPr/>
        </p:nvSpPr>
        <p:spPr>
          <a:xfrm xmlns:a="http://schemas.openxmlformats.org/drawingml/2006/main">
            <a:off x="609600" y="4572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825" b="1">
                <a:solidFill>
                  <a:srgbClr val="F3F2F7"/>
                </a:solidFill>
                <a:latin typeface="Space Grotesk"/>
                <a:ea typeface="Space Grotesk"/>
                <a:cs typeface="Space Grotesk"/>
              </a:defRPr>
            </a:defPPr>
            <a:lvl1pPr>
              <a:buNone/>
              <a:defRPr sz="3825" b="1">
                <a:solidFill>
                  <a:srgbClr val="F3F2F7"/>
                </a:solidFill>
                <a:latin typeface="Space Grotesk"/>
                <a:ea typeface="Space Grotesk"/>
                <a:cs typeface="Space Grotesk"/>
              </a:defRPr>
            </a:lvl1pPr>
            <a:lvl2pPr>
              <a:buNone/>
              <a:defRPr sz="3825" b="1">
                <a:solidFill>
                  <a:srgbClr val="F3F2F7"/>
                </a:solidFill>
                <a:latin typeface="Space Grotesk"/>
                <a:ea typeface="Space Grotesk"/>
                <a:cs typeface="Space Grotesk"/>
              </a:defRPr>
            </a:lvl2pPr>
            <a:lvl3pPr>
              <a:buNone/>
              <a:defRPr sz="3825" b="1">
                <a:solidFill>
                  <a:srgbClr val="F3F2F7"/>
                </a:solidFill>
                <a:latin typeface="Space Grotesk"/>
                <a:ea typeface="Space Grotesk"/>
                <a:cs typeface="Space Grotesk"/>
              </a:defRPr>
            </a:lvl3pPr>
            <a:lvl4pPr>
              <a:buNone/>
              <a:defRPr sz="3825" b="1">
                <a:solidFill>
                  <a:srgbClr val="F3F2F7"/>
                </a:solidFill>
                <a:latin typeface="Space Grotesk"/>
                <a:ea typeface="Space Grotesk"/>
                <a:cs typeface="Space Grotesk"/>
              </a:defRPr>
            </a:lvl4pPr>
            <a:lvl5pPr>
              <a:buNone/>
              <a:defRPr sz="3825" b="1">
                <a:solidFill>
                  <a:srgbClr val="F3F2F7"/>
                </a:solidFill>
                <a:latin typeface="Space Grotesk"/>
                <a:ea typeface="Space Grotesk"/>
                <a:cs typeface="Space Grotesk"/>
              </a:defRPr>
            </a:lvl5pPr>
            <a:lvl6pPr>
              <a:buNone/>
              <a:defRPr sz="3825" b="1">
                <a:solidFill>
                  <a:srgbClr val="F3F2F7"/>
                </a:solidFill>
                <a:latin typeface="Space Grotesk"/>
                <a:ea typeface="Space Grotesk"/>
                <a:cs typeface="Space Grotesk"/>
              </a:defRPr>
            </a:lvl6pPr>
            <a:lvl7pPr>
              <a:buNone/>
              <a:defRPr sz="3825" b="1">
                <a:solidFill>
                  <a:srgbClr val="F3F2F7"/>
                </a:solidFill>
                <a:latin typeface="Space Grotesk"/>
                <a:ea typeface="Space Grotesk"/>
                <a:cs typeface="Space Grotesk"/>
              </a:defRPr>
            </a:lvl7pPr>
            <a:lvl8pPr>
              <a:buNone/>
              <a:defRPr sz="3825" b="1">
                <a:solidFill>
                  <a:srgbClr val="F3F2F7"/>
                </a:solidFill>
                <a:latin typeface="Space Grotesk"/>
                <a:ea typeface="Space Grotesk"/>
                <a:cs typeface="Space Grotesk"/>
              </a:defRPr>
            </a:lvl8pPr>
            <a:lvl9pPr>
              <a:buNone/>
              <a:defRPr sz="3825" b="1">
                <a:solidFill>
                  <a:srgbClr val="F3F2F7"/>
                </a:solidFill>
                <a:latin typeface="Space Grotesk"/>
                <a:ea typeface="Space Grotesk"/>
                <a:cs typeface="Space Grotesk"/>
              </a:defRPr>
            </a:lvl9pPr>
          </a:lstStyle>
          <a:p xmlns:a="http://schemas.openxmlformats.org/drawingml/2006/main">
            <a:pPr>
              <a:buNone/>
              <a:defRPr sz="3825" b="1">
                <a:solidFill>
                  <a:srgbClr val="F3F2F7"/>
                </a:solidFill>
                <a:latin typeface="Space Grotesk"/>
                <a:ea typeface="Space Grotesk"/>
                <a:cs typeface="Space Grotesk"/>
              </a:defRPr>
            </a:pPr>
            <a:r>
              <a:rPr sz="3825" b="1">
                <a:solidFill>
                  <a:srgbClr val="F3F2F7"/>
                </a:solidFill>
                <a:latin typeface="Space Grotesk"/>
                <a:ea typeface="Space Grotesk"/>
                <a:cs typeface="Space Grotesk"/>
              </a:rPr>
              <a:t>Technology stack</a:t>
            </a:r>
          </a:p>
        </p:txBody>
      </p:sp>
      <p:sp>
        <p:nvSpPr>
          <p:cNvPr id="2" name="">
            <a:extLst xmlns:a="http://schemas.openxmlformats.org/drawingml/2006/main">
              <a:ext uri="{FF2B5EF4-FFF2-40B4-BE49-F238E27FC236}">
                <a16:creationId xmlns:a16="http://schemas.microsoft.com/office/drawing/2014/main" id="{7A3261B5-3819-4281-828C-647C5222E74B}"/>
              </a:ext>
            </a:extLst>
          </p:cNvPr>
          <p:cNvSpPr>
            <a:spLocks xmlns:a="http://schemas.openxmlformats.org/drawingml/2006/main" noGrp="1"/>
          </p:cNvSpPr>
          <p:nvPr/>
        </p:nvSpPr>
        <p:spPr>
          <a:xfrm xmlns:a="http://schemas.openxmlformats.org/drawingml/2006/main">
            <a:off x="609600" y="1685925"/>
            <a:ext cx="3429000" cy="1847850"/>
          </a:xfrm>
          <a:prstGeom xmlns:a="http://schemas.openxmlformats.org/drawingml/2006/main" prst="roundRect">
            <a:avLst>
              <a:gd name="adj" fmla="val 8247"/>
            </a:avLst>
          </a:prstGeom>
          <a:solidFill xmlns:a="http://schemas.openxmlformats.org/drawingml/2006/main">
            <a:srgbClr val="1B1D26"/>
          </a:solidFill>
          <a:ln xmlns:a="http://schemas.openxmlformats.org/drawingml/2006/main" w="9525">
            <a:solidFill>
              <a:srgbClr val="343745"/>
            </a:solidFill>
          </a:ln>
        </p:spPr>
      </p:sp>
      <p:pic>
        <p:nvPicPr>
          <p:cNvPr id="3" name="">
            <a:extLst xmlns:a="http://schemas.openxmlformats.org/drawingml/2006/main">
              <a:ext uri="{FF2B5EF4-FFF2-40B4-BE49-F238E27FC236}">
                <a16:creationId xmlns:a16="http://schemas.microsoft.com/office/drawing/2014/main" id="{03D83E01-2DC7-4B53-8B02-F33F0CED18EF}"/>
              </a:ext>
            </a:extLst>
          </p:cNvPr>
          <p:cNvPicPr>
            <a:picLocks xmlns:a="http://schemas.openxmlformats.org/drawingml/2006/main" noChangeAspect="1"/>
          </p:cNvPicPr>
          <p:nvPr/>
        </p:nvPicPr>
        <p:blipFill>
          <a:blip xmlns:r="http://schemas.openxmlformats.org/officeDocument/2006/relationships" xmlns:a="http://schemas.openxmlformats.org/drawingml/2006/main" r:embed="R7f38308d4a9c40f9"/>
          <a:stretch xmlns:a="http://schemas.openxmlformats.org/drawingml/2006/main"/>
        </p:blipFill>
        <p:spPr>
          <a:xfrm xmlns:a="http://schemas.openxmlformats.org/drawingml/2006/main">
            <a:off x="847725" y="1892742"/>
            <a:ext cx="2514600" cy="510291"/>
          </a:xfrm>
          <a:prstGeom xmlns:a="http://schemas.openxmlformats.org/drawingml/2006/main" prst="rect">
            <a:avLst/>
          </a:prstGeom>
        </p:spPr>
      </p:pic>
      <p:sp>
        <p:nvSpPr>
          <p:cNvPr id="4" name="Next.js">
            <a:extLst xmlns:a="http://schemas.openxmlformats.org/drawingml/2006/main">
              <a:ext uri="{FF2B5EF4-FFF2-40B4-BE49-F238E27FC236}">
                <a16:creationId xmlns:a16="http://schemas.microsoft.com/office/drawing/2014/main" id="{92FC08EE-13D1-4DAB-83BE-4D9F5AB4A85E}"/>
              </a:ext>
            </a:extLst>
          </p:cNvPr>
          <p:cNvSpPr>
            <a:spLocks xmlns:a="http://schemas.openxmlformats.org/drawingml/2006/main" noGrp="1"/>
          </p:cNvSpPr>
          <p:nvPr/>
        </p:nvSpPr>
        <p:spPr>
          <a:xfrm xmlns:a="http://schemas.openxmlformats.org/drawingml/2006/main">
            <a:off x="847725" y="2657475"/>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400" b="1">
                <a:solidFill>
                  <a:srgbClr val="F3F2F7"/>
                </a:solidFill>
                <a:latin typeface="Space Grotesk"/>
                <a:ea typeface="Space Grotesk"/>
                <a:cs typeface="Space Grotesk"/>
              </a:defRPr>
            </a:defPPr>
            <a:lvl1pPr>
              <a:buNone/>
              <a:defRPr sz="2400" b="1">
                <a:solidFill>
                  <a:srgbClr val="F3F2F7"/>
                </a:solidFill>
                <a:latin typeface="Space Grotesk"/>
                <a:ea typeface="Space Grotesk"/>
                <a:cs typeface="Space Grotesk"/>
              </a:defRPr>
            </a:lvl1pPr>
            <a:lvl2pPr>
              <a:buNone/>
              <a:defRPr sz="2400" b="1">
                <a:solidFill>
                  <a:srgbClr val="F3F2F7"/>
                </a:solidFill>
                <a:latin typeface="Space Grotesk"/>
                <a:ea typeface="Space Grotesk"/>
                <a:cs typeface="Space Grotesk"/>
              </a:defRPr>
            </a:lvl2pPr>
            <a:lvl3pPr>
              <a:buNone/>
              <a:defRPr sz="2400" b="1">
                <a:solidFill>
                  <a:srgbClr val="F3F2F7"/>
                </a:solidFill>
                <a:latin typeface="Space Grotesk"/>
                <a:ea typeface="Space Grotesk"/>
                <a:cs typeface="Space Grotesk"/>
              </a:defRPr>
            </a:lvl3pPr>
            <a:lvl4pPr>
              <a:buNone/>
              <a:defRPr sz="2400" b="1">
                <a:solidFill>
                  <a:srgbClr val="F3F2F7"/>
                </a:solidFill>
                <a:latin typeface="Space Grotesk"/>
                <a:ea typeface="Space Grotesk"/>
                <a:cs typeface="Space Grotesk"/>
              </a:defRPr>
            </a:lvl4pPr>
            <a:lvl5pPr>
              <a:buNone/>
              <a:defRPr sz="2400" b="1">
                <a:solidFill>
                  <a:srgbClr val="F3F2F7"/>
                </a:solidFill>
                <a:latin typeface="Space Grotesk"/>
                <a:ea typeface="Space Grotesk"/>
                <a:cs typeface="Space Grotesk"/>
              </a:defRPr>
            </a:lvl5pPr>
            <a:lvl6pPr>
              <a:buNone/>
              <a:defRPr sz="2400" b="1">
                <a:solidFill>
                  <a:srgbClr val="F3F2F7"/>
                </a:solidFill>
                <a:latin typeface="Space Grotesk"/>
                <a:ea typeface="Space Grotesk"/>
                <a:cs typeface="Space Grotesk"/>
              </a:defRPr>
            </a:lvl6pPr>
            <a:lvl7pPr>
              <a:buNone/>
              <a:defRPr sz="2400" b="1">
                <a:solidFill>
                  <a:srgbClr val="F3F2F7"/>
                </a:solidFill>
                <a:latin typeface="Space Grotesk"/>
                <a:ea typeface="Space Grotesk"/>
                <a:cs typeface="Space Grotesk"/>
              </a:defRPr>
            </a:lvl7pPr>
            <a:lvl8pPr>
              <a:buNone/>
              <a:defRPr sz="2400" b="1">
                <a:solidFill>
                  <a:srgbClr val="F3F2F7"/>
                </a:solidFill>
                <a:latin typeface="Space Grotesk"/>
                <a:ea typeface="Space Grotesk"/>
                <a:cs typeface="Space Grotesk"/>
              </a:defRPr>
            </a:lvl8pPr>
            <a:lvl9pPr>
              <a:buNone/>
              <a:defRPr sz="2400" b="1">
                <a:solidFill>
                  <a:srgbClr val="F3F2F7"/>
                </a:solidFill>
                <a:latin typeface="Space Grotesk"/>
                <a:ea typeface="Space Grotesk"/>
                <a:cs typeface="Space Grotesk"/>
              </a:defRPr>
            </a:lvl9pPr>
          </a:lstStyle>
          <a:p xmlns:a="http://schemas.openxmlformats.org/drawingml/2006/main">
            <a:pPr>
              <a:buNone/>
              <a:defRPr sz="2400" b="1">
                <a:solidFill>
                  <a:srgbClr val="F3F2F7"/>
                </a:solidFill>
                <a:latin typeface="Space Grotesk"/>
                <a:ea typeface="Space Grotesk"/>
                <a:cs typeface="Space Grotesk"/>
              </a:defRPr>
            </a:pPr>
            <a:r>
              <a:rPr sz="2400" b="1">
                <a:solidFill>
                  <a:srgbClr val="F3F2F7"/>
                </a:solidFill>
                <a:latin typeface="Space Grotesk"/>
                <a:ea typeface="Space Grotesk"/>
                <a:cs typeface="Space Grotesk"/>
              </a:rPr>
              <a:t>Next.js</a:t>
            </a:r>
          </a:p>
        </p:txBody>
      </p:sp>
      <p:sp>
        <p:nvSpPr>
          <p:cNvPr id="5" name="Frontend">
            <a:extLst xmlns:a="http://schemas.openxmlformats.org/drawingml/2006/main">
              <a:ext uri="{FF2B5EF4-FFF2-40B4-BE49-F238E27FC236}">
                <a16:creationId xmlns:a16="http://schemas.microsoft.com/office/drawing/2014/main" id="{97EB7442-E070-44BC-9B16-9832A1C63C13}"/>
              </a:ext>
            </a:extLst>
          </p:cNvPr>
          <p:cNvSpPr>
            <a:spLocks xmlns:a="http://schemas.openxmlformats.org/drawingml/2006/main" noGrp="1"/>
          </p:cNvSpPr>
          <p:nvPr/>
        </p:nvSpPr>
        <p:spPr>
          <a:xfrm xmlns:a="http://schemas.openxmlformats.org/drawingml/2006/main">
            <a:off x="847725" y="3143250"/>
            <a:ext cx="295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B6B6C7"/>
                </a:solidFill>
                <a:latin typeface="Inter"/>
                <a:ea typeface="Inter"/>
                <a:cs typeface="Inter"/>
              </a:defRPr>
            </a:defPPr>
            <a:lvl1pPr>
              <a:buNone/>
              <a:defRPr sz="1725" b="0">
                <a:solidFill>
                  <a:srgbClr val="B6B6C7"/>
                </a:solidFill>
                <a:latin typeface="Inter"/>
                <a:ea typeface="Inter"/>
                <a:cs typeface="Inter"/>
              </a:defRPr>
            </a:lvl1pPr>
            <a:lvl2pPr>
              <a:buNone/>
              <a:defRPr sz="1725" b="0">
                <a:solidFill>
                  <a:srgbClr val="B6B6C7"/>
                </a:solidFill>
                <a:latin typeface="Inter"/>
                <a:ea typeface="Inter"/>
                <a:cs typeface="Inter"/>
              </a:defRPr>
            </a:lvl2pPr>
            <a:lvl3pPr>
              <a:buNone/>
              <a:defRPr sz="1725" b="0">
                <a:solidFill>
                  <a:srgbClr val="B6B6C7"/>
                </a:solidFill>
                <a:latin typeface="Inter"/>
                <a:ea typeface="Inter"/>
                <a:cs typeface="Inter"/>
              </a:defRPr>
            </a:lvl3pPr>
            <a:lvl4pPr>
              <a:buNone/>
              <a:defRPr sz="1725" b="0">
                <a:solidFill>
                  <a:srgbClr val="B6B6C7"/>
                </a:solidFill>
                <a:latin typeface="Inter"/>
                <a:ea typeface="Inter"/>
                <a:cs typeface="Inter"/>
              </a:defRPr>
            </a:lvl4pPr>
            <a:lvl5pPr>
              <a:buNone/>
              <a:defRPr sz="1725" b="0">
                <a:solidFill>
                  <a:srgbClr val="B6B6C7"/>
                </a:solidFill>
                <a:latin typeface="Inter"/>
                <a:ea typeface="Inter"/>
                <a:cs typeface="Inter"/>
              </a:defRPr>
            </a:lvl5pPr>
            <a:lvl6pPr>
              <a:buNone/>
              <a:defRPr sz="1725" b="0">
                <a:solidFill>
                  <a:srgbClr val="B6B6C7"/>
                </a:solidFill>
                <a:latin typeface="Inter"/>
                <a:ea typeface="Inter"/>
                <a:cs typeface="Inter"/>
              </a:defRPr>
            </a:lvl6pPr>
            <a:lvl7pPr>
              <a:buNone/>
              <a:defRPr sz="1725" b="0">
                <a:solidFill>
                  <a:srgbClr val="B6B6C7"/>
                </a:solidFill>
                <a:latin typeface="Inter"/>
                <a:ea typeface="Inter"/>
                <a:cs typeface="Inter"/>
              </a:defRPr>
            </a:lvl7pPr>
            <a:lvl8pPr>
              <a:buNone/>
              <a:defRPr sz="1725" b="0">
                <a:solidFill>
                  <a:srgbClr val="B6B6C7"/>
                </a:solidFill>
                <a:latin typeface="Inter"/>
                <a:ea typeface="Inter"/>
                <a:cs typeface="Inter"/>
              </a:defRPr>
            </a:lvl8pPr>
            <a:lvl9pPr>
              <a:buNone/>
              <a:defRPr sz="1725" b="0">
                <a:solidFill>
                  <a:srgbClr val="B6B6C7"/>
                </a:solidFill>
                <a:latin typeface="Inter"/>
                <a:ea typeface="Inter"/>
                <a:cs typeface="Inter"/>
              </a:defRPr>
            </a:lvl9pPr>
          </a:lstStyle>
          <a:p xmlns:a="http://schemas.openxmlformats.org/drawingml/2006/main">
            <a:pPr>
              <a:buNone/>
              <a:defRPr sz="1725" b="0">
                <a:solidFill>
                  <a:srgbClr val="B6B6C7"/>
                </a:solidFill>
                <a:latin typeface="Inter"/>
                <a:ea typeface="Inter"/>
                <a:cs typeface="Inter"/>
              </a:defRPr>
            </a:pPr>
            <a:r>
              <a:rPr sz="1725" b="0">
                <a:solidFill>
                  <a:srgbClr val="B6B6C7"/>
                </a:solidFill>
                <a:latin typeface="Inter"/>
                <a:ea typeface="Inter"/>
                <a:cs typeface="Inter"/>
              </a:rPr>
              <a:t>Frontend</a:t>
            </a:r>
          </a:p>
        </p:txBody>
      </p:sp>
      <p:sp>
        <p:nvSpPr>
          <p:cNvPr id="6" name="">
            <a:extLst xmlns:a="http://schemas.openxmlformats.org/drawingml/2006/main">
              <a:ext uri="{FF2B5EF4-FFF2-40B4-BE49-F238E27FC236}">
                <a16:creationId xmlns:a16="http://schemas.microsoft.com/office/drawing/2014/main" id="{274293DA-D56F-4FF3-B4E0-DF4478938609}"/>
              </a:ext>
            </a:extLst>
          </p:cNvPr>
          <p:cNvSpPr>
            <a:spLocks xmlns:a="http://schemas.openxmlformats.org/drawingml/2006/main" noGrp="1"/>
          </p:cNvSpPr>
          <p:nvPr/>
        </p:nvSpPr>
        <p:spPr>
          <a:xfrm xmlns:a="http://schemas.openxmlformats.org/drawingml/2006/main">
            <a:off x="4381500" y="1685925"/>
            <a:ext cx="3429000" cy="1847850"/>
          </a:xfrm>
          <a:prstGeom xmlns:a="http://schemas.openxmlformats.org/drawingml/2006/main" prst="roundRect">
            <a:avLst>
              <a:gd name="adj" fmla="val 8247"/>
            </a:avLst>
          </a:prstGeom>
          <a:solidFill xmlns:a="http://schemas.openxmlformats.org/drawingml/2006/main">
            <a:srgbClr val="1B1D26"/>
          </a:solidFill>
          <a:ln xmlns:a="http://schemas.openxmlformats.org/drawingml/2006/main" w="9525">
            <a:solidFill>
              <a:srgbClr val="343745"/>
            </a:solidFill>
          </a:ln>
        </p:spPr>
      </p:sp>
      <p:pic>
        <p:nvPicPr>
          <p:cNvPr id="7" name="">
            <a:extLst xmlns:a="http://schemas.openxmlformats.org/drawingml/2006/main">
              <a:ext uri="{FF2B5EF4-FFF2-40B4-BE49-F238E27FC236}">
                <a16:creationId xmlns:a16="http://schemas.microsoft.com/office/drawing/2014/main" id="{DC0C6292-C94B-45FA-A6C0-CA2824587FE0}"/>
              </a:ext>
            </a:extLst>
          </p:cNvPr>
          <p:cNvPicPr>
            <a:picLocks xmlns:a="http://schemas.openxmlformats.org/drawingml/2006/main" noChangeAspect="1"/>
          </p:cNvPicPr>
          <p:nvPr/>
        </p:nvPicPr>
        <p:blipFill>
          <a:blip xmlns:r="http://schemas.openxmlformats.org/officeDocument/2006/relationships" xmlns:a="http://schemas.openxmlformats.org/drawingml/2006/main" r:embed="Rb8aa1116b68e4546"/>
          <a:stretch xmlns:a="http://schemas.openxmlformats.org/drawingml/2006/main"/>
        </p:blipFill>
        <p:spPr>
          <a:xfrm xmlns:a="http://schemas.openxmlformats.org/drawingml/2006/main">
            <a:off x="5586413" y="1857375"/>
            <a:ext cx="581025" cy="581025"/>
          </a:xfrm>
          <a:prstGeom xmlns:a="http://schemas.openxmlformats.org/drawingml/2006/main" prst="rect">
            <a:avLst/>
          </a:prstGeom>
        </p:spPr>
      </p:pic>
      <p:sp>
        <p:nvSpPr>
          <p:cNvPr id="8" name="Solana">
            <a:extLst xmlns:a="http://schemas.openxmlformats.org/drawingml/2006/main">
              <a:ext uri="{FF2B5EF4-FFF2-40B4-BE49-F238E27FC236}">
                <a16:creationId xmlns:a16="http://schemas.microsoft.com/office/drawing/2014/main" id="{491D0A39-2174-42DD-9BB2-1A1FE8A2C9D5}"/>
              </a:ext>
            </a:extLst>
          </p:cNvPr>
          <p:cNvSpPr>
            <a:spLocks xmlns:a="http://schemas.openxmlformats.org/drawingml/2006/main" noGrp="1"/>
          </p:cNvSpPr>
          <p:nvPr/>
        </p:nvSpPr>
        <p:spPr>
          <a:xfrm xmlns:a="http://schemas.openxmlformats.org/drawingml/2006/main">
            <a:off x="4619625" y="2657475"/>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400" b="1">
                <a:solidFill>
                  <a:srgbClr val="F3F2F7"/>
                </a:solidFill>
                <a:latin typeface="Space Grotesk"/>
                <a:ea typeface="Space Grotesk"/>
                <a:cs typeface="Space Grotesk"/>
              </a:defRPr>
            </a:defPPr>
            <a:lvl1pPr>
              <a:buNone/>
              <a:defRPr sz="2400" b="1">
                <a:solidFill>
                  <a:srgbClr val="F3F2F7"/>
                </a:solidFill>
                <a:latin typeface="Space Grotesk"/>
                <a:ea typeface="Space Grotesk"/>
                <a:cs typeface="Space Grotesk"/>
              </a:defRPr>
            </a:lvl1pPr>
            <a:lvl2pPr>
              <a:buNone/>
              <a:defRPr sz="2400" b="1">
                <a:solidFill>
                  <a:srgbClr val="F3F2F7"/>
                </a:solidFill>
                <a:latin typeface="Space Grotesk"/>
                <a:ea typeface="Space Grotesk"/>
                <a:cs typeface="Space Grotesk"/>
              </a:defRPr>
            </a:lvl2pPr>
            <a:lvl3pPr>
              <a:buNone/>
              <a:defRPr sz="2400" b="1">
                <a:solidFill>
                  <a:srgbClr val="F3F2F7"/>
                </a:solidFill>
                <a:latin typeface="Space Grotesk"/>
                <a:ea typeface="Space Grotesk"/>
                <a:cs typeface="Space Grotesk"/>
              </a:defRPr>
            </a:lvl3pPr>
            <a:lvl4pPr>
              <a:buNone/>
              <a:defRPr sz="2400" b="1">
                <a:solidFill>
                  <a:srgbClr val="F3F2F7"/>
                </a:solidFill>
                <a:latin typeface="Space Grotesk"/>
                <a:ea typeface="Space Grotesk"/>
                <a:cs typeface="Space Grotesk"/>
              </a:defRPr>
            </a:lvl4pPr>
            <a:lvl5pPr>
              <a:buNone/>
              <a:defRPr sz="2400" b="1">
                <a:solidFill>
                  <a:srgbClr val="F3F2F7"/>
                </a:solidFill>
                <a:latin typeface="Space Grotesk"/>
                <a:ea typeface="Space Grotesk"/>
                <a:cs typeface="Space Grotesk"/>
              </a:defRPr>
            </a:lvl5pPr>
            <a:lvl6pPr>
              <a:buNone/>
              <a:defRPr sz="2400" b="1">
                <a:solidFill>
                  <a:srgbClr val="F3F2F7"/>
                </a:solidFill>
                <a:latin typeface="Space Grotesk"/>
                <a:ea typeface="Space Grotesk"/>
                <a:cs typeface="Space Grotesk"/>
              </a:defRPr>
            </a:lvl6pPr>
            <a:lvl7pPr>
              <a:buNone/>
              <a:defRPr sz="2400" b="1">
                <a:solidFill>
                  <a:srgbClr val="F3F2F7"/>
                </a:solidFill>
                <a:latin typeface="Space Grotesk"/>
                <a:ea typeface="Space Grotesk"/>
                <a:cs typeface="Space Grotesk"/>
              </a:defRPr>
            </a:lvl7pPr>
            <a:lvl8pPr>
              <a:buNone/>
              <a:defRPr sz="2400" b="1">
                <a:solidFill>
                  <a:srgbClr val="F3F2F7"/>
                </a:solidFill>
                <a:latin typeface="Space Grotesk"/>
                <a:ea typeface="Space Grotesk"/>
                <a:cs typeface="Space Grotesk"/>
              </a:defRPr>
            </a:lvl8pPr>
            <a:lvl9pPr>
              <a:buNone/>
              <a:defRPr sz="2400" b="1">
                <a:solidFill>
                  <a:srgbClr val="F3F2F7"/>
                </a:solidFill>
                <a:latin typeface="Space Grotesk"/>
                <a:ea typeface="Space Grotesk"/>
                <a:cs typeface="Space Grotesk"/>
              </a:defRPr>
            </a:lvl9pPr>
          </a:lstStyle>
          <a:p xmlns:a="http://schemas.openxmlformats.org/drawingml/2006/main">
            <a:pPr>
              <a:buNone/>
              <a:defRPr sz="2400" b="1">
                <a:solidFill>
                  <a:srgbClr val="F3F2F7"/>
                </a:solidFill>
                <a:latin typeface="Space Grotesk"/>
                <a:ea typeface="Space Grotesk"/>
                <a:cs typeface="Space Grotesk"/>
              </a:defRPr>
            </a:pPr>
            <a:r>
              <a:rPr sz="2400" b="1">
                <a:solidFill>
                  <a:srgbClr val="F3F2F7"/>
                </a:solidFill>
                <a:latin typeface="Space Grotesk"/>
                <a:ea typeface="Space Grotesk"/>
                <a:cs typeface="Space Grotesk"/>
              </a:rPr>
              <a:t>Solana</a:t>
            </a:r>
          </a:p>
        </p:txBody>
      </p:sp>
      <p:sp>
        <p:nvSpPr>
          <p:cNvPr id="9" name="Built on Solana">
            <a:extLst xmlns:a="http://schemas.openxmlformats.org/drawingml/2006/main">
              <a:ext uri="{FF2B5EF4-FFF2-40B4-BE49-F238E27FC236}">
                <a16:creationId xmlns:a16="http://schemas.microsoft.com/office/drawing/2014/main" id="{A9BD308E-DCD5-495B-A802-DA326FB30C72}"/>
              </a:ext>
            </a:extLst>
          </p:cNvPr>
          <p:cNvSpPr>
            <a:spLocks xmlns:a="http://schemas.openxmlformats.org/drawingml/2006/main" noGrp="1"/>
          </p:cNvSpPr>
          <p:nvPr/>
        </p:nvSpPr>
        <p:spPr>
          <a:xfrm xmlns:a="http://schemas.openxmlformats.org/drawingml/2006/main">
            <a:off x="4619625" y="3143250"/>
            <a:ext cx="295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B6B6C7"/>
                </a:solidFill>
                <a:latin typeface="Inter"/>
                <a:ea typeface="Inter"/>
                <a:cs typeface="Inter"/>
              </a:defRPr>
            </a:defPPr>
            <a:lvl1pPr>
              <a:buNone/>
              <a:defRPr sz="1725" b="0">
                <a:solidFill>
                  <a:srgbClr val="B6B6C7"/>
                </a:solidFill>
                <a:latin typeface="Inter"/>
                <a:ea typeface="Inter"/>
                <a:cs typeface="Inter"/>
              </a:defRPr>
            </a:lvl1pPr>
            <a:lvl2pPr>
              <a:buNone/>
              <a:defRPr sz="1725" b="0">
                <a:solidFill>
                  <a:srgbClr val="B6B6C7"/>
                </a:solidFill>
                <a:latin typeface="Inter"/>
                <a:ea typeface="Inter"/>
                <a:cs typeface="Inter"/>
              </a:defRPr>
            </a:lvl2pPr>
            <a:lvl3pPr>
              <a:buNone/>
              <a:defRPr sz="1725" b="0">
                <a:solidFill>
                  <a:srgbClr val="B6B6C7"/>
                </a:solidFill>
                <a:latin typeface="Inter"/>
                <a:ea typeface="Inter"/>
                <a:cs typeface="Inter"/>
              </a:defRPr>
            </a:lvl3pPr>
            <a:lvl4pPr>
              <a:buNone/>
              <a:defRPr sz="1725" b="0">
                <a:solidFill>
                  <a:srgbClr val="B6B6C7"/>
                </a:solidFill>
                <a:latin typeface="Inter"/>
                <a:ea typeface="Inter"/>
                <a:cs typeface="Inter"/>
              </a:defRPr>
            </a:lvl4pPr>
            <a:lvl5pPr>
              <a:buNone/>
              <a:defRPr sz="1725" b="0">
                <a:solidFill>
                  <a:srgbClr val="B6B6C7"/>
                </a:solidFill>
                <a:latin typeface="Inter"/>
                <a:ea typeface="Inter"/>
                <a:cs typeface="Inter"/>
              </a:defRPr>
            </a:lvl5pPr>
            <a:lvl6pPr>
              <a:buNone/>
              <a:defRPr sz="1725" b="0">
                <a:solidFill>
                  <a:srgbClr val="B6B6C7"/>
                </a:solidFill>
                <a:latin typeface="Inter"/>
                <a:ea typeface="Inter"/>
                <a:cs typeface="Inter"/>
              </a:defRPr>
            </a:lvl6pPr>
            <a:lvl7pPr>
              <a:buNone/>
              <a:defRPr sz="1725" b="0">
                <a:solidFill>
                  <a:srgbClr val="B6B6C7"/>
                </a:solidFill>
                <a:latin typeface="Inter"/>
                <a:ea typeface="Inter"/>
                <a:cs typeface="Inter"/>
              </a:defRPr>
            </a:lvl7pPr>
            <a:lvl8pPr>
              <a:buNone/>
              <a:defRPr sz="1725" b="0">
                <a:solidFill>
                  <a:srgbClr val="B6B6C7"/>
                </a:solidFill>
                <a:latin typeface="Inter"/>
                <a:ea typeface="Inter"/>
                <a:cs typeface="Inter"/>
              </a:defRPr>
            </a:lvl8pPr>
            <a:lvl9pPr>
              <a:buNone/>
              <a:defRPr sz="1725" b="0">
                <a:solidFill>
                  <a:srgbClr val="B6B6C7"/>
                </a:solidFill>
                <a:latin typeface="Inter"/>
                <a:ea typeface="Inter"/>
                <a:cs typeface="Inter"/>
              </a:defRPr>
            </a:lvl9pPr>
          </a:lstStyle>
          <a:p xmlns:a="http://schemas.openxmlformats.org/drawingml/2006/main">
            <a:pPr>
              <a:buNone/>
              <a:defRPr sz="1725" b="0">
                <a:solidFill>
                  <a:srgbClr val="B6B6C7"/>
                </a:solidFill>
                <a:latin typeface="Inter"/>
                <a:ea typeface="Inter"/>
                <a:cs typeface="Inter"/>
              </a:defRPr>
            </a:pPr>
            <a:r>
              <a:rPr sz="1725" b="0">
                <a:solidFill>
                  <a:srgbClr val="B6B6C7"/>
                </a:solidFill>
                <a:latin typeface="Inter"/>
                <a:ea typeface="Inter"/>
                <a:cs typeface="Inter"/>
              </a:rPr>
              <a:t>Built on Solana</a:t>
            </a:r>
          </a:p>
        </p:txBody>
      </p:sp>
      <p:sp>
        <p:nvSpPr>
          <p:cNvPr id="10" name="">
            <a:extLst xmlns:a="http://schemas.openxmlformats.org/drawingml/2006/main">
              <a:ext uri="{FF2B5EF4-FFF2-40B4-BE49-F238E27FC236}">
                <a16:creationId xmlns:a16="http://schemas.microsoft.com/office/drawing/2014/main" id="{7E6A6CC3-C31C-4CA7-A588-42130D5A34DE}"/>
              </a:ext>
            </a:extLst>
          </p:cNvPr>
          <p:cNvSpPr>
            <a:spLocks xmlns:a="http://schemas.openxmlformats.org/drawingml/2006/main" noGrp="1"/>
          </p:cNvSpPr>
          <p:nvPr/>
        </p:nvSpPr>
        <p:spPr>
          <a:xfrm xmlns:a="http://schemas.openxmlformats.org/drawingml/2006/main">
            <a:off x="8153400" y="1685925"/>
            <a:ext cx="3429000" cy="1847850"/>
          </a:xfrm>
          <a:prstGeom xmlns:a="http://schemas.openxmlformats.org/drawingml/2006/main" prst="roundRect">
            <a:avLst>
              <a:gd name="adj" fmla="val 8247"/>
            </a:avLst>
          </a:prstGeom>
          <a:solidFill xmlns:a="http://schemas.openxmlformats.org/drawingml/2006/main">
            <a:srgbClr val="1B1D26"/>
          </a:solidFill>
          <a:ln xmlns:a="http://schemas.openxmlformats.org/drawingml/2006/main" w="9525">
            <a:solidFill>
              <a:srgbClr val="343745"/>
            </a:solidFill>
          </a:ln>
        </p:spPr>
      </p:sp>
      <p:sp>
        <p:nvSpPr>
          <p:cNvPr id="11" name="Groth16">
            <a:extLst xmlns:a="http://schemas.openxmlformats.org/drawingml/2006/main">
              <a:ext uri="{FF2B5EF4-FFF2-40B4-BE49-F238E27FC236}">
                <a16:creationId xmlns:a16="http://schemas.microsoft.com/office/drawing/2014/main" id="{FA8722AA-2BD3-4D8E-B564-7E82CCD7EA1D}"/>
              </a:ext>
            </a:extLst>
          </p:cNvPr>
          <p:cNvSpPr>
            <a:spLocks xmlns:a="http://schemas.openxmlformats.org/drawingml/2006/main" noGrp="1"/>
          </p:cNvSpPr>
          <p:nvPr/>
        </p:nvSpPr>
        <p:spPr>
          <a:xfrm xmlns:a="http://schemas.openxmlformats.org/drawingml/2006/main">
            <a:off x="8391525" y="1895475"/>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225" b="1">
                <a:solidFill>
                  <a:srgbClr val="A6A8FF"/>
                </a:solidFill>
                <a:latin typeface="Space Grotesk"/>
                <a:ea typeface="Space Grotesk"/>
                <a:cs typeface="Space Grotesk"/>
              </a:defRPr>
            </a:defPPr>
            <a:lvl1pPr>
              <a:buNone/>
              <a:defRPr sz="3225" b="1">
                <a:solidFill>
                  <a:srgbClr val="A6A8FF"/>
                </a:solidFill>
                <a:latin typeface="Space Grotesk"/>
                <a:ea typeface="Space Grotesk"/>
                <a:cs typeface="Space Grotesk"/>
              </a:defRPr>
            </a:lvl1pPr>
            <a:lvl2pPr>
              <a:buNone/>
              <a:defRPr sz="3225" b="1">
                <a:solidFill>
                  <a:srgbClr val="A6A8FF"/>
                </a:solidFill>
                <a:latin typeface="Space Grotesk"/>
                <a:ea typeface="Space Grotesk"/>
                <a:cs typeface="Space Grotesk"/>
              </a:defRPr>
            </a:lvl2pPr>
            <a:lvl3pPr>
              <a:buNone/>
              <a:defRPr sz="3225" b="1">
                <a:solidFill>
                  <a:srgbClr val="A6A8FF"/>
                </a:solidFill>
                <a:latin typeface="Space Grotesk"/>
                <a:ea typeface="Space Grotesk"/>
                <a:cs typeface="Space Grotesk"/>
              </a:defRPr>
            </a:lvl3pPr>
            <a:lvl4pPr>
              <a:buNone/>
              <a:defRPr sz="3225" b="1">
                <a:solidFill>
                  <a:srgbClr val="A6A8FF"/>
                </a:solidFill>
                <a:latin typeface="Space Grotesk"/>
                <a:ea typeface="Space Grotesk"/>
                <a:cs typeface="Space Grotesk"/>
              </a:defRPr>
            </a:lvl4pPr>
            <a:lvl5pPr>
              <a:buNone/>
              <a:defRPr sz="3225" b="1">
                <a:solidFill>
                  <a:srgbClr val="A6A8FF"/>
                </a:solidFill>
                <a:latin typeface="Space Grotesk"/>
                <a:ea typeface="Space Grotesk"/>
                <a:cs typeface="Space Grotesk"/>
              </a:defRPr>
            </a:lvl5pPr>
            <a:lvl6pPr>
              <a:buNone/>
              <a:defRPr sz="3225" b="1">
                <a:solidFill>
                  <a:srgbClr val="A6A8FF"/>
                </a:solidFill>
                <a:latin typeface="Space Grotesk"/>
                <a:ea typeface="Space Grotesk"/>
                <a:cs typeface="Space Grotesk"/>
              </a:defRPr>
            </a:lvl6pPr>
            <a:lvl7pPr>
              <a:buNone/>
              <a:defRPr sz="3225" b="1">
                <a:solidFill>
                  <a:srgbClr val="A6A8FF"/>
                </a:solidFill>
                <a:latin typeface="Space Grotesk"/>
                <a:ea typeface="Space Grotesk"/>
                <a:cs typeface="Space Grotesk"/>
              </a:defRPr>
            </a:lvl7pPr>
            <a:lvl8pPr>
              <a:buNone/>
              <a:defRPr sz="3225" b="1">
                <a:solidFill>
                  <a:srgbClr val="A6A8FF"/>
                </a:solidFill>
                <a:latin typeface="Space Grotesk"/>
                <a:ea typeface="Space Grotesk"/>
                <a:cs typeface="Space Grotesk"/>
              </a:defRPr>
            </a:lvl8pPr>
            <a:lvl9pPr>
              <a:buNone/>
              <a:defRPr sz="3225" b="1">
                <a:solidFill>
                  <a:srgbClr val="A6A8FF"/>
                </a:solidFill>
                <a:latin typeface="Space Grotesk"/>
                <a:ea typeface="Space Grotesk"/>
                <a:cs typeface="Space Grotesk"/>
              </a:defRPr>
            </a:lvl9pPr>
          </a:lstStyle>
          <a:p xmlns:a="http://schemas.openxmlformats.org/drawingml/2006/main">
            <a:pPr>
              <a:buNone/>
              <a:defRPr sz="3225" b="1">
                <a:solidFill>
                  <a:srgbClr val="A6A8FF"/>
                </a:solidFill>
                <a:latin typeface="Space Grotesk"/>
                <a:ea typeface="Space Grotesk"/>
                <a:cs typeface="Space Grotesk"/>
              </a:defRPr>
            </a:pPr>
            <a:r>
              <a:rPr sz="3225" b="1">
                <a:solidFill>
                  <a:srgbClr val="A6A8FF"/>
                </a:solidFill>
                <a:latin typeface="Space Grotesk"/>
                <a:ea typeface="Space Grotesk"/>
                <a:cs typeface="Space Grotesk"/>
              </a:rPr>
              <a:t>Groth16</a:t>
            </a:r>
          </a:p>
        </p:txBody>
      </p:sp>
      <p:sp>
        <p:nvSpPr>
          <p:cNvPr id="12" name="Zero-knowledge proofs">
            <a:extLst xmlns:a="http://schemas.openxmlformats.org/drawingml/2006/main">
              <a:ext uri="{FF2B5EF4-FFF2-40B4-BE49-F238E27FC236}">
                <a16:creationId xmlns:a16="http://schemas.microsoft.com/office/drawing/2014/main" id="{C90D53D4-B043-4825-9CAF-A7651FC6824F}"/>
              </a:ext>
            </a:extLst>
          </p:cNvPr>
          <p:cNvSpPr>
            <a:spLocks xmlns:a="http://schemas.openxmlformats.org/drawingml/2006/main" noGrp="1"/>
          </p:cNvSpPr>
          <p:nvPr/>
        </p:nvSpPr>
        <p:spPr>
          <a:xfrm xmlns:a="http://schemas.openxmlformats.org/drawingml/2006/main">
            <a:off x="8391525" y="3143250"/>
            <a:ext cx="295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B6B6C7"/>
                </a:solidFill>
                <a:latin typeface="Inter"/>
                <a:ea typeface="Inter"/>
                <a:cs typeface="Inter"/>
              </a:defRPr>
            </a:defPPr>
            <a:lvl1pPr>
              <a:buNone/>
              <a:defRPr sz="1725" b="0">
                <a:solidFill>
                  <a:srgbClr val="B6B6C7"/>
                </a:solidFill>
                <a:latin typeface="Inter"/>
                <a:ea typeface="Inter"/>
                <a:cs typeface="Inter"/>
              </a:defRPr>
            </a:lvl1pPr>
            <a:lvl2pPr>
              <a:buNone/>
              <a:defRPr sz="1725" b="0">
                <a:solidFill>
                  <a:srgbClr val="B6B6C7"/>
                </a:solidFill>
                <a:latin typeface="Inter"/>
                <a:ea typeface="Inter"/>
                <a:cs typeface="Inter"/>
              </a:defRPr>
            </a:lvl2pPr>
            <a:lvl3pPr>
              <a:buNone/>
              <a:defRPr sz="1725" b="0">
                <a:solidFill>
                  <a:srgbClr val="B6B6C7"/>
                </a:solidFill>
                <a:latin typeface="Inter"/>
                <a:ea typeface="Inter"/>
                <a:cs typeface="Inter"/>
              </a:defRPr>
            </a:lvl3pPr>
            <a:lvl4pPr>
              <a:buNone/>
              <a:defRPr sz="1725" b="0">
                <a:solidFill>
                  <a:srgbClr val="B6B6C7"/>
                </a:solidFill>
                <a:latin typeface="Inter"/>
                <a:ea typeface="Inter"/>
                <a:cs typeface="Inter"/>
              </a:defRPr>
            </a:lvl4pPr>
            <a:lvl5pPr>
              <a:buNone/>
              <a:defRPr sz="1725" b="0">
                <a:solidFill>
                  <a:srgbClr val="B6B6C7"/>
                </a:solidFill>
                <a:latin typeface="Inter"/>
                <a:ea typeface="Inter"/>
                <a:cs typeface="Inter"/>
              </a:defRPr>
            </a:lvl5pPr>
            <a:lvl6pPr>
              <a:buNone/>
              <a:defRPr sz="1725" b="0">
                <a:solidFill>
                  <a:srgbClr val="B6B6C7"/>
                </a:solidFill>
                <a:latin typeface="Inter"/>
                <a:ea typeface="Inter"/>
                <a:cs typeface="Inter"/>
              </a:defRPr>
            </a:lvl6pPr>
            <a:lvl7pPr>
              <a:buNone/>
              <a:defRPr sz="1725" b="0">
                <a:solidFill>
                  <a:srgbClr val="B6B6C7"/>
                </a:solidFill>
                <a:latin typeface="Inter"/>
                <a:ea typeface="Inter"/>
                <a:cs typeface="Inter"/>
              </a:defRPr>
            </a:lvl7pPr>
            <a:lvl8pPr>
              <a:buNone/>
              <a:defRPr sz="1725" b="0">
                <a:solidFill>
                  <a:srgbClr val="B6B6C7"/>
                </a:solidFill>
                <a:latin typeface="Inter"/>
                <a:ea typeface="Inter"/>
                <a:cs typeface="Inter"/>
              </a:defRPr>
            </a:lvl8pPr>
            <a:lvl9pPr>
              <a:buNone/>
              <a:defRPr sz="1725" b="0">
                <a:solidFill>
                  <a:srgbClr val="B6B6C7"/>
                </a:solidFill>
                <a:latin typeface="Inter"/>
                <a:ea typeface="Inter"/>
                <a:cs typeface="Inter"/>
              </a:defRPr>
            </a:lvl9pPr>
          </a:lstStyle>
          <a:p xmlns:a="http://schemas.openxmlformats.org/drawingml/2006/main">
            <a:pPr>
              <a:buNone/>
              <a:defRPr sz="1725" b="0">
                <a:solidFill>
                  <a:srgbClr val="B6B6C7"/>
                </a:solidFill>
                <a:latin typeface="Inter"/>
                <a:ea typeface="Inter"/>
                <a:cs typeface="Inter"/>
              </a:defRPr>
            </a:pPr>
            <a:r>
              <a:rPr sz="1725" b="0">
                <a:solidFill>
                  <a:srgbClr val="B6B6C7"/>
                </a:solidFill>
                <a:latin typeface="Inter"/>
                <a:ea typeface="Inter"/>
                <a:cs typeface="Inter"/>
              </a:rPr>
              <a:t>Zero-knowledge proofs</a:t>
            </a:r>
          </a:p>
        </p:txBody>
      </p:sp>
      <p:sp>
        <p:nvSpPr>
          <p:cNvPr id="13" name="">
            <a:extLst xmlns:a="http://schemas.openxmlformats.org/drawingml/2006/main">
              <a:ext uri="{FF2B5EF4-FFF2-40B4-BE49-F238E27FC236}">
                <a16:creationId xmlns:a16="http://schemas.microsoft.com/office/drawing/2014/main" id="{52DFE2E1-7472-4E33-94D2-6DB7BA05C9E3}"/>
              </a:ext>
            </a:extLst>
          </p:cNvPr>
          <p:cNvSpPr>
            <a:spLocks xmlns:a="http://schemas.openxmlformats.org/drawingml/2006/main" noGrp="1"/>
          </p:cNvSpPr>
          <p:nvPr/>
        </p:nvSpPr>
        <p:spPr>
          <a:xfrm xmlns:a="http://schemas.openxmlformats.org/drawingml/2006/main">
            <a:off x="609600" y="3781425"/>
            <a:ext cx="3429000" cy="1847850"/>
          </a:xfrm>
          <a:prstGeom xmlns:a="http://schemas.openxmlformats.org/drawingml/2006/main" prst="roundRect">
            <a:avLst>
              <a:gd name="adj" fmla="val 8247"/>
            </a:avLst>
          </a:prstGeom>
          <a:solidFill xmlns:a="http://schemas.openxmlformats.org/drawingml/2006/main">
            <a:srgbClr val="1B1D26"/>
          </a:solidFill>
          <a:ln xmlns:a="http://schemas.openxmlformats.org/drawingml/2006/main" w="9525">
            <a:solidFill>
              <a:srgbClr val="343745"/>
            </a:solidFill>
          </a:ln>
        </p:spPr>
      </p:sp>
      <p:pic>
        <p:nvPicPr>
          <p:cNvPr id="14" name="">
            <a:extLst xmlns:a="http://schemas.openxmlformats.org/drawingml/2006/main">
              <a:ext uri="{FF2B5EF4-FFF2-40B4-BE49-F238E27FC236}">
                <a16:creationId xmlns:a16="http://schemas.microsoft.com/office/drawing/2014/main" id="{1277B2C1-8695-4078-ABD8-EEFBA4353232}"/>
              </a:ext>
            </a:extLst>
          </p:cNvPr>
          <p:cNvPicPr>
            <a:picLocks xmlns:a="http://schemas.openxmlformats.org/drawingml/2006/main" noChangeAspect="1"/>
          </p:cNvPicPr>
          <p:nvPr/>
        </p:nvPicPr>
        <p:blipFill>
          <a:blip xmlns:r="http://schemas.openxmlformats.org/officeDocument/2006/relationships" xmlns:a="http://schemas.openxmlformats.org/drawingml/2006/main" r:embed="Rd6231b4429f548a0"/>
          <a:stretch xmlns:a="http://schemas.openxmlformats.org/drawingml/2006/main"/>
        </p:blipFill>
        <p:spPr>
          <a:xfrm xmlns:a="http://schemas.openxmlformats.org/drawingml/2006/main">
            <a:off x="1824473" y="3952875"/>
            <a:ext cx="561104" cy="581025"/>
          </a:xfrm>
          <a:prstGeom xmlns:a="http://schemas.openxmlformats.org/drawingml/2006/main" prst="rect">
            <a:avLst/>
          </a:prstGeom>
        </p:spPr>
      </p:pic>
      <p:sp>
        <p:nvSpPr>
          <p:cNvPr id="15" name="Supabase">
            <a:extLst xmlns:a="http://schemas.openxmlformats.org/drawingml/2006/main">
              <a:ext uri="{FF2B5EF4-FFF2-40B4-BE49-F238E27FC236}">
                <a16:creationId xmlns:a16="http://schemas.microsoft.com/office/drawing/2014/main" id="{492311B8-18B4-4D9A-9049-3B9DCEADEA69}"/>
              </a:ext>
            </a:extLst>
          </p:cNvPr>
          <p:cNvSpPr>
            <a:spLocks xmlns:a="http://schemas.openxmlformats.org/drawingml/2006/main" noGrp="1"/>
          </p:cNvSpPr>
          <p:nvPr/>
        </p:nvSpPr>
        <p:spPr>
          <a:xfrm xmlns:a="http://schemas.openxmlformats.org/drawingml/2006/main">
            <a:off x="847725" y="4752975"/>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400" b="1">
                <a:solidFill>
                  <a:srgbClr val="F3F2F7"/>
                </a:solidFill>
                <a:latin typeface="Space Grotesk"/>
                <a:ea typeface="Space Grotesk"/>
                <a:cs typeface="Space Grotesk"/>
              </a:defRPr>
            </a:defPPr>
            <a:lvl1pPr>
              <a:buNone/>
              <a:defRPr sz="2400" b="1">
                <a:solidFill>
                  <a:srgbClr val="F3F2F7"/>
                </a:solidFill>
                <a:latin typeface="Space Grotesk"/>
                <a:ea typeface="Space Grotesk"/>
                <a:cs typeface="Space Grotesk"/>
              </a:defRPr>
            </a:lvl1pPr>
            <a:lvl2pPr>
              <a:buNone/>
              <a:defRPr sz="2400" b="1">
                <a:solidFill>
                  <a:srgbClr val="F3F2F7"/>
                </a:solidFill>
                <a:latin typeface="Space Grotesk"/>
                <a:ea typeface="Space Grotesk"/>
                <a:cs typeface="Space Grotesk"/>
              </a:defRPr>
            </a:lvl2pPr>
            <a:lvl3pPr>
              <a:buNone/>
              <a:defRPr sz="2400" b="1">
                <a:solidFill>
                  <a:srgbClr val="F3F2F7"/>
                </a:solidFill>
                <a:latin typeface="Space Grotesk"/>
                <a:ea typeface="Space Grotesk"/>
                <a:cs typeface="Space Grotesk"/>
              </a:defRPr>
            </a:lvl3pPr>
            <a:lvl4pPr>
              <a:buNone/>
              <a:defRPr sz="2400" b="1">
                <a:solidFill>
                  <a:srgbClr val="F3F2F7"/>
                </a:solidFill>
                <a:latin typeface="Space Grotesk"/>
                <a:ea typeface="Space Grotesk"/>
                <a:cs typeface="Space Grotesk"/>
              </a:defRPr>
            </a:lvl4pPr>
            <a:lvl5pPr>
              <a:buNone/>
              <a:defRPr sz="2400" b="1">
                <a:solidFill>
                  <a:srgbClr val="F3F2F7"/>
                </a:solidFill>
                <a:latin typeface="Space Grotesk"/>
                <a:ea typeface="Space Grotesk"/>
                <a:cs typeface="Space Grotesk"/>
              </a:defRPr>
            </a:lvl5pPr>
            <a:lvl6pPr>
              <a:buNone/>
              <a:defRPr sz="2400" b="1">
                <a:solidFill>
                  <a:srgbClr val="F3F2F7"/>
                </a:solidFill>
                <a:latin typeface="Space Grotesk"/>
                <a:ea typeface="Space Grotesk"/>
                <a:cs typeface="Space Grotesk"/>
              </a:defRPr>
            </a:lvl6pPr>
            <a:lvl7pPr>
              <a:buNone/>
              <a:defRPr sz="2400" b="1">
                <a:solidFill>
                  <a:srgbClr val="F3F2F7"/>
                </a:solidFill>
                <a:latin typeface="Space Grotesk"/>
                <a:ea typeface="Space Grotesk"/>
                <a:cs typeface="Space Grotesk"/>
              </a:defRPr>
            </a:lvl7pPr>
            <a:lvl8pPr>
              <a:buNone/>
              <a:defRPr sz="2400" b="1">
                <a:solidFill>
                  <a:srgbClr val="F3F2F7"/>
                </a:solidFill>
                <a:latin typeface="Space Grotesk"/>
                <a:ea typeface="Space Grotesk"/>
                <a:cs typeface="Space Grotesk"/>
              </a:defRPr>
            </a:lvl8pPr>
            <a:lvl9pPr>
              <a:buNone/>
              <a:defRPr sz="2400" b="1">
                <a:solidFill>
                  <a:srgbClr val="F3F2F7"/>
                </a:solidFill>
                <a:latin typeface="Space Grotesk"/>
                <a:ea typeface="Space Grotesk"/>
                <a:cs typeface="Space Grotesk"/>
              </a:defRPr>
            </a:lvl9pPr>
          </a:lstStyle>
          <a:p xmlns:a="http://schemas.openxmlformats.org/drawingml/2006/main">
            <a:pPr>
              <a:buNone/>
              <a:defRPr sz="2400" b="1">
                <a:solidFill>
                  <a:srgbClr val="F3F2F7"/>
                </a:solidFill>
                <a:latin typeface="Space Grotesk"/>
                <a:ea typeface="Space Grotesk"/>
                <a:cs typeface="Space Grotesk"/>
              </a:defRPr>
            </a:pPr>
            <a:r>
              <a:rPr sz="2400" b="1">
                <a:solidFill>
                  <a:srgbClr val="F3F2F7"/>
                </a:solidFill>
                <a:latin typeface="Space Grotesk"/>
                <a:ea typeface="Space Grotesk"/>
                <a:cs typeface="Space Grotesk"/>
              </a:rPr>
              <a:t>Supabase</a:t>
            </a:r>
          </a:p>
        </p:txBody>
      </p:sp>
      <p:sp>
        <p:nvSpPr>
          <p:cNvPr id="16" name="Marketplace database">
            <a:extLst xmlns:a="http://schemas.openxmlformats.org/drawingml/2006/main">
              <a:ext uri="{FF2B5EF4-FFF2-40B4-BE49-F238E27FC236}">
                <a16:creationId xmlns:a16="http://schemas.microsoft.com/office/drawing/2014/main" id="{B777E905-010F-47EC-9D3B-EE1769F38308}"/>
              </a:ext>
            </a:extLst>
          </p:cNvPr>
          <p:cNvSpPr>
            <a:spLocks xmlns:a="http://schemas.openxmlformats.org/drawingml/2006/main" noGrp="1"/>
          </p:cNvSpPr>
          <p:nvPr/>
        </p:nvSpPr>
        <p:spPr>
          <a:xfrm xmlns:a="http://schemas.openxmlformats.org/drawingml/2006/main">
            <a:off x="847725" y="5238750"/>
            <a:ext cx="295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B6B6C7"/>
                </a:solidFill>
                <a:latin typeface="Inter"/>
                <a:ea typeface="Inter"/>
                <a:cs typeface="Inter"/>
              </a:defRPr>
            </a:defPPr>
            <a:lvl1pPr>
              <a:buNone/>
              <a:defRPr sz="1725" b="0">
                <a:solidFill>
                  <a:srgbClr val="B6B6C7"/>
                </a:solidFill>
                <a:latin typeface="Inter"/>
                <a:ea typeface="Inter"/>
                <a:cs typeface="Inter"/>
              </a:defRPr>
            </a:lvl1pPr>
            <a:lvl2pPr>
              <a:buNone/>
              <a:defRPr sz="1725" b="0">
                <a:solidFill>
                  <a:srgbClr val="B6B6C7"/>
                </a:solidFill>
                <a:latin typeface="Inter"/>
                <a:ea typeface="Inter"/>
                <a:cs typeface="Inter"/>
              </a:defRPr>
            </a:lvl2pPr>
            <a:lvl3pPr>
              <a:buNone/>
              <a:defRPr sz="1725" b="0">
                <a:solidFill>
                  <a:srgbClr val="B6B6C7"/>
                </a:solidFill>
                <a:latin typeface="Inter"/>
                <a:ea typeface="Inter"/>
                <a:cs typeface="Inter"/>
              </a:defRPr>
            </a:lvl3pPr>
            <a:lvl4pPr>
              <a:buNone/>
              <a:defRPr sz="1725" b="0">
                <a:solidFill>
                  <a:srgbClr val="B6B6C7"/>
                </a:solidFill>
                <a:latin typeface="Inter"/>
                <a:ea typeface="Inter"/>
                <a:cs typeface="Inter"/>
              </a:defRPr>
            </a:lvl4pPr>
            <a:lvl5pPr>
              <a:buNone/>
              <a:defRPr sz="1725" b="0">
                <a:solidFill>
                  <a:srgbClr val="B6B6C7"/>
                </a:solidFill>
                <a:latin typeface="Inter"/>
                <a:ea typeface="Inter"/>
                <a:cs typeface="Inter"/>
              </a:defRPr>
            </a:lvl5pPr>
            <a:lvl6pPr>
              <a:buNone/>
              <a:defRPr sz="1725" b="0">
                <a:solidFill>
                  <a:srgbClr val="B6B6C7"/>
                </a:solidFill>
                <a:latin typeface="Inter"/>
                <a:ea typeface="Inter"/>
                <a:cs typeface="Inter"/>
              </a:defRPr>
            </a:lvl6pPr>
            <a:lvl7pPr>
              <a:buNone/>
              <a:defRPr sz="1725" b="0">
                <a:solidFill>
                  <a:srgbClr val="B6B6C7"/>
                </a:solidFill>
                <a:latin typeface="Inter"/>
                <a:ea typeface="Inter"/>
                <a:cs typeface="Inter"/>
              </a:defRPr>
            </a:lvl7pPr>
            <a:lvl8pPr>
              <a:buNone/>
              <a:defRPr sz="1725" b="0">
                <a:solidFill>
                  <a:srgbClr val="B6B6C7"/>
                </a:solidFill>
                <a:latin typeface="Inter"/>
                <a:ea typeface="Inter"/>
                <a:cs typeface="Inter"/>
              </a:defRPr>
            </a:lvl8pPr>
            <a:lvl9pPr>
              <a:buNone/>
              <a:defRPr sz="1725" b="0">
                <a:solidFill>
                  <a:srgbClr val="B6B6C7"/>
                </a:solidFill>
                <a:latin typeface="Inter"/>
                <a:ea typeface="Inter"/>
                <a:cs typeface="Inter"/>
              </a:defRPr>
            </a:lvl9pPr>
          </a:lstStyle>
          <a:p xmlns:a="http://schemas.openxmlformats.org/drawingml/2006/main">
            <a:pPr>
              <a:buNone/>
              <a:defRPr sz="1725" b="0">
                <a:solidFill>
                  <a:srgbClr val="B6B6C7"/>
                </a:solidFill>
                <a:latin typeface="Inter"/>
                <a:ea typeface="Inter"/>
                <a:cs typeface="Inter"/>
              </a:defRPr>
            </a:pPr>
            <a:r>
              <a:rPr sz="1725" b="0">
                <a:solidFill>
                  <a:srgbClr val="B6B6C7"/>
                </a:solidFill>
                <a:latin typeface="Inter"/>
                <a:ea typeface="Inter"/>
                <a:cs typeface="Inter"/>
              </a:rPr>
              <a:t>Marketplace database</a:t>
            </a:r>
          </a:p>
        </p:txBody>
      </p:sp>
      <p:sp>
        <p:nvSpPr>
          <p:cNvPr id="17" name="">
            <a:extLst xmlns:a="http://schemas.openxmlformats.org/drawingml/2006/main">
              <a:ext uri="{FF2B5EF4-FFF2-40B4-BE49-F238E27FC236}">
                <a16:creationId xmlns:a16="http://schemas.microsoft.com/office/drawing/2014/main" id="{8FC9D8D9-E62E-4BDC-A33C-678C26D25F38}"/>
              </a:ext>
            </a:extLst>
          </p:cNvPr>
          <p:cNvSpPr>
            <a:spLocks xmlns:a="http://schemas.openxmlformats.org/drawingml/2006/main" noGrp="1"/>
          </p:cNvSpPr>
          <p:nvPr/>
        </p:nvSpPr>
        <p:spPr>
          <a:xfrm xmlns:a="http://schemas.openxmlformats.org/drawingml/2006/main">
            <a:off x="4381500" y="3781425"/>
            <a:ext cx="3429000" cy="1847850"/>
          </a:xfrm>
          <a:prstGeom xmlns:a="http://schemas.openxmlformats.org/drawingml/2006/main" prst="roundRect">
            <a:avLst>
              <a:gd name="adj" fmla="val 8247"/>
            </a:avLst>
          </a:prstGeom>
          <a:solidFill xmlns:a="http://schemas.openxmlformats.org/drawingml/2006/main">
            <a:srgbClr val="1B1D26"/>
          </a:solidFill>
          <a:ln xmlns:a="http://schemas.openxmlformats.org/drawingml/2006/main" w="9525">
            <a:solidFill>
              <a:srgbClr val="343745"/>
            </a:solidFill>
          </a:ln>
        </p:spPr>
      </p:sp>
      <p:sp>
        <p:nvSpPr>
          <p:cNvPr id="18" name="">
            <a:extLst xmlns:a="http://schemas.openxmlformats.org/drawingml/2006/main">
              <a:ext uri="{FF2B5EF4-FFF2-40B4-BE49-F238E27FC236}">
                <a16:creationId xmlns:a16="http://schemas.microsoft.com/office/drawing/2014/main" id="{BC2C020E-BDE2-4691-8EFE-4B8CF0D06B9D}"/>
              </a:ext>
            </a:extLst>
          </p:cNvPr>
          <p:cNvSpPr>
            <a:spLocks xmlns:a="http://schemas.openxmlformats.org/drawingml/2006/main" noGrp="1"/>
          </p:cNvSpPr>
          <p:nvPr/>
        </p:nvSpPr>
        <p:spPr>
          <a:xfrm xmlns:a="http://schemas.openxmlformats.org/drawingml/2006/main">
            <a:off x="4610100" y="3971925"/>
            <a:ext cx="1504950" cy="53340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FFFFFF"/>
            </a:solidFill>
          </a:ln>
        </p:spPr>
      </p:sp>
      <p:pic>
        <p:nvPicPr>
          <p:cNvPr id="19" name="">
            <a:extLst xmlns:a="http://schemas.openxmlformats.org/drawingml/2006/main">
              <a:ext uri="{FF2B5EF4-FFF2-40B4-BE49-F238E27FC236}">
                <a16:creationId xmlns:a16="http://schemas.microsoft.com/office/drawing/2014/main" id="{77D6F6DD-B0B5-4D08-86EA-603355571F90}"/>
              </a:ext>
            </a:extLst>
          </p:cNvPr>
          <p:cNvPicPr>
            <a:picLocks xmlns:a="http://schemas.openxmlformats.org/drawingml/2006/main" noChangeAspect="1"/>
          </p:cNvPicPr>
          <p:nvPr/>
        </p:nvPicPr>
        <p:blipFill>
          <a:blip xmlns:r="http://schemas.openxmlformats.org/officeDocument/2006/relationships" xmlns:a="http://schemas.openxmlformats.org/drawingml/2006/main" r:embed="Rcd82f63732594124"/>
          <a:stretch xmlns:a="http://schemas.openxmlformats.org/drawingml/2006/main"/>
        </p:blipFill>
        <p:spPr>
          <a:xfrm xmlns:a="http://schemas.openxmlformats.org/drawingml/2006/main">
            <a:off x="4982701" y="4057650"/>
            <a:ext cx="759748" cy="361950"/>
          </a:xfrm>
          <a:prstGeom xmlns:a="http://schemas.openxmlformats.org/drawingml/2006/main" prst="rect">
            <a:avLst/>
          </a:prstGeom>
        </p:spPr>
      </p:pic>
      <p:sp>
        <p:nvSpPr>
          <p:cNvPr id="20" name="x402">
            <a:extLst xmlns:a="http://schemas.openxmlformats.org/drawingml/2006/main">
              <a:ext uri="{FF2B5EF4-FFF2-40B4-BE49-F238E27FC236}">
                <a16:creationId xmlns:a16="http://schemas.microsoft.com/office/drawing/2014/main" id="{125CA879-4F07-4CE3-9BBC-E0A8C9111468}"/>
              </a:ext>
            </a:extLst>
          </p:cNvPr>
          <p:cNvSpPr>
            <a:spLocks xmlns:a="http://schemas.openxmlformats.org/drawingml/2006/main" noGrp="1"/>
          </p:cNvSpPr>
          <p:nvPr/>
        </p:nvSpPr>
        <p:spPr>
          <a:xfrm xmlns:a="http://schemas.openxmlformats.org/drawingml/2006/main">
            <a:off x="4619625" y="4752975"/>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400" b="1">
                <a:solidFill>
                  <a:srgbClr val="F3F2F7"/>
                </a:solidFill>
                <a:latin typeface="Space Grotesk"/>
                <a:ea typeface="Space Grotesk"/>
                <a:cs typeface="Space Grotesk"/>
              </a:defRPr>
            </a:defPPr>
            <a:lvl1pPr>
              <a:buNone/>
              <a:defRPr sz="2400" b="1">
                <a:solidFill>
                  <a:srgbClr val="F3F2F7"/>
                </a:solidFill>
                <a:latin typeface="Space Grotesk"/>
                <a:ea typeface="Space Grotesk"/>
                <a:cs typeface="Space Grotesk"/>
              </a:defRPr>
            </a:lvl1pPr>
            <a:lvl2pPr>
              <a:buNone/>
              <a:defRPr sz="2400" b="1">
                <a:solidFill>
                  <a:srgbClr val="F3F2F7"/>
                </a:solidFill>
                <a:latin typeface="Space Grotesk"/>
                <a:ea typeface="Space Grotesk"/>
                <a:cs typeface="Space Grotesk"/>
              </a:defRPr>
            </a:lvl2pPr>
            <a:lvl3pPr>
              <a:buNone/>
              <a:defRPr sz="2400" b="1">
                <a:solidFill>
                  <a:srgbClr val="F3F2F7"/>
                </a:solidFill>
                <a:latin typeface="Space Grotesk"/>
                <a:ea typeface="Space Grotesk"/>
                <a:cs typeface="Space Grotesk"/>
              </a:defRPr>
            </a:lvl3pPr>
            <a:lvl4pPr>
              <a:buNone/>
              <a:defRPr sz="2400" b="1">
                <a:solidFill>
                  <a:srgbClr val="F3F2F7"/>
                </a:solidFill>
                <a:latin typeface="Space Grotesk"/>
                <a:ea typeface="Space Grotesk"/>
                <a:cs typeface="Space Grotesk"/>
              </a:defRPr>
            </a:lvl4pPr>
            <a:lvl5pPr>
              <a:buNone/>
              <a:defRPr sz="2400" b="1">
                <a:solidFill>
                  <a:srgbClr val="F3F2F7"/>
                </a:solidFill>
                <a:latin typeface="Space Grotesk"/>
                <a:ea typeface="Space Grotesk"/>
                <a:cs typeface="Space Grotesk"/>
              </a:defRPr>
            </a:lvl5pPr>
            <a:lvl6pPr>
              <a:buNone/>
              <a:defRPr sz="2400" b="1">
                <a:solidFill>
                  <a:srgbClr val="F3F2F7"/>
                </a:solidFill>
                <a:latin typeface="Space Grotesk"/>
                <a:ea typeface="Space Grotesk"/>
                <a:cs typeface="Space Grotesk"/>
              </a:defRPr>
            </a:lvl6pPr>
            <a:lvl7pPr>
              <a:buNone/>
              <a:defRPr sz="2400" b="1">
                <a:solidFill>
                  <a:srgbClr val="F3F2F7"/>
                </a:solidFill>
                <a:latin typeface="Space Grotesk"/>
                <a:ea typeface="Space Grotesk"/>
                <a:cs typeface="Space Grotesk"/>
              </a:defRPr>
            </a:lvl7pPr>
            <a:lvl8pPr>
              <a:buNone/>
              <a:defRPr sz="2400" b="1">
                <a:solidFill>
                  <a:srgbClr val="F3F2F7"/>
                </a:solidFill>
                <a:latin typeface="Space Grotesk"/>
                <a:ea typeface="Space Grotesk"/>
                <a:cs typeface="Space Grotesk"/>
              </a:defRPr>
            </a:lvl8pPr>
            <a:lvl9pPr>
              <a:buNone/>
              <a:defRPr sz="2400" b="1">
                <a:solidFill>
                  <a:srgbClr val="F3F2F7"/>
                </a:solidFill>
                <a:latin typeface="Space Grotesk"/>
                <a:ea typeface="Space Grotesk"/>
                <a:cs typeface="Space Grotesk"/>
              </a:defRPr>
            </a:lvl9pPr>
          </a:lstStyle>
          <a:p xmlns:a="http://schemas.openxmlformats.org/drawingml/2006/main">
            <a:pPr>
              <a:buNone/>
              <a:defRPr sz="2400" b="1">
                <a:solidFill>
                  <a:srgbClr val="F3F2F7"/>
                </a:solidFill>
                <a:latin typeface="Space Grotesk"/>
                <a:ea typeface="Space Grotesk"/>
                <a:cs typeface="Space Grotesk"/>
              </a:defRPr>
            </a:pPr>
            <a:r>
              <a:rPr sz="2400" b="1">
                <a:solidFill>
                  <a:srgbClr val="F3F2F7"/>
                </a:solidFill>
                <a:latin typeface="Space Grotesk"/>
                <a:ea typeface="Space Grotesk"/>
                <a:cs typeface="Space Grotesk"/>
              </a:rPr>
              <a:t>x402</a:t>
            </a:r>
          </a:p>
        </p:txBody>
      </p:sp>
      <p:sp>
        <p:nvSpPr>
          <p:cNvPr id="21" name="Service payments">
            <a:extLst xmlns:a="http://schemas.openxmlformats.org/drawingml/2006/main">
              <a:ext uri="{FF2B5EF4-FFF2-40B4-BE49-F238E27FC236}">
                <a16:creationId xmlns:a16="http://schemas.microsoft.com/office/drawing/2014/main" id="{2957D341-9C22-4280-A668-7D9F5772BDA0}"/>
              </a:ext>
            </a:extLst>
          </p:cNvPr>
          <p:cNvSpPr>
            <a:spLocks xmlns:a="http://schemas.openxmlformats.org/drawingml/2006/main" noGrp="1"/>
          </p:cNvSpPr>
          <p:nvPr/>
        </p:nvSpPr>
        <p:spPr>
          <a:xfrm xmlns:a="http://schemas.openxmlformats.org/drawingml/2006/main">
            <a:off x="4619625" y="5238750"/>
            <a:ext cx="295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B6B6C7"/>
                </a:solidFill>
                <a:latin typeface="Inter"/>
                <a:ea typeface="Inter"/>
                <a:cs typeface="Inter"/>
              </a:defRPr>
            </a:defPPr>
            <a:lvl1pPr>
              <a:buNone/>
              <a:defRPr sz="1725" b="0">
                <a:solidFill>
                  <a:srgbClr val="B6B6C7"/>
                </a:solidFill>
                <a:latin typeface="Inter"/>
                <a:ea typeface="Inter"/>
                <a:cs typeface="Inter"/>
              </a:defRPr>
            </a:lvl1pPr>
            <a:lvl2pPr>
              <a:buNone/>
              <a:defRPr sz="1725" b="0">
                <a:solidFill>
                  <a:srgbClr val="B6B6C7"/>
                </a:solidFill>
                <a:latin typeface="Inter"/>
                <a:ea typeface="Inter"/>
                <a:cs typeface="Inter"/>
              </a:defRPr>
            </a:lvl2pPr>
            <a:lvl3pPr>
              <a:buNone/>
              <a:defRPr sz="1725" b="0">
                <a:solidFill>
                  <a:srgbClr val="B6B6C7"/>
                </a:solidFill>
                <a:latin typeface="Inter"/>
                <a:ea typeface="Inter"/>
                <a:cs typeface="Inter"/>
              </a:defRPr>
            </a:lvl3pPr>
            <a:lvl4pPr>
              <a:buNone/>
              <a:defRPr sz="1725" b="0">
                <a:solidFill>
                  <a:srgbClr val="B6B6C7"/>
                </a:solidFill>
                <a:latin typeface="Inter"/>
                <a:ea typeface="Inter"/>
                <a:cs typeface="Inter"/>
              </a:defRPr>
            </a:lvl4pPr>
            <a:lvl5pPr>
              <a:buNone/>
              <a:defRPr sz="1725" b="0">
                <a:solidFill>
                  <a:srgbClr val="B6B6C7"/>
                </a:solidFill>
                <a:latin typeface="Inter"/>
                <a:ea typeface="Inter"/>
                <a:cs typeface="Inter"/>
              </a:defRPr>
            </a:lvl5pPr>
            <a:lvl6pPr>
              <a:buNone/>
              <a:defRPr sz="1725" b="0">
                <a:solidFill>
                  <a:srgbClr val="B6B6C7"/>
                </a:solidFill>
                <a:latin typeface="Inter"/>
                <a:ea typeface="Inter"/>
                <a:cs typeface="Inter"/>
              </a:defRPr>
            </a:lvl6pPr>
            <a:lvl7pPr>
              <a:buNone/>
              <a:defRPr sz="1725" b="0">
                <a:solidFill>
                  <a:srgbClr val="B6B6C7"/>
                </a:solidFill>
                <a:latin typeface="Inter"/>
                <a:ea typeface="Inter"/>
                <a:cs typeface="Inter"/>
              </a:defRPr>
            </a:lvl7pPr>
            <a:lvl8pPr>
              <a:buNone/>
              <a:defRPr sz="1725" b="0">
                <a:solidFill>
                  <a:srgbClr val="B6B6C7"/>
                </a:solidFill>
                <a:latin typeface="Inter"/>
                <a:ea typeface="Inter"/>
                <a:cs typeface="Inter"/>
              </a:defRPr>
            </a:lvl8pPr>
            <a:lvl9pPr>
              <a:buNone/>
              <a:defRPr sz="1725" b="0">
                <a:solidFill>
                  <a:srgbClr val="B6B6C7"/>
                </a:solidFill>
                <a:latin typeface="Inter"/>
                <a:ea typeface="Inter"/>
                <a:cs typeface="Inter"/>
              </a:defRPr>
            </a:lvl9pPr>
          </a:lstStyle>
          <a:p xmlns:a="http://schemas.openxmlformats.org/drawingml/2006/main">
            <a:pPr>
              <a:buNone/>
              <a:defRPr sz="1725" b="0">
                <a:solidFill>
                  <a:srgbClr val="B6B6C7"/>
                </a:solidFill>
                <a:latin typeface="Inter"/>
                <a:ea typeface="Inter"/>
                <a:cs typeface="Inter"/>
              </a:defRPr>
            </a:pPr>
            <a:r>
              <a:rPr sz="1725" b="0">
                <a:solidFill>
                  <a:srgbClr val="B6B6C7"/>
                </a:solidFill>
                <a:latin typeface="Inter"/>
                <a:ea typeface="Inter"/>
                <a:cs typeface="Inter"/>
              </a:rPr>
              <a:t>Service payments</a:t>
            </a:r>
          </a:p>
        </p:txBody>
      </p:sp>
      <p:sp>
        <p:nvSpPr>
          <p:cNvPr id="22" name="">
            <a:extLst xmlns:a="http://schemas.openxmlformats.org/drawingml/2006/main">
              <a:ext uri="{FF2B5EF4-FFF2-40B4-BE49-F238E27FC236}">
                <a16:creationId xmlns:a16="http://schemas.microsoft.com/office/drawing/2014/main" id="{1AE94F5B-7C5D-49C4-B310-76D6C63D51E6}"/>
              </a:ext>
            </a:extLst>
          </p:cNvPr>
          <p:cNvSpPr>
            <a:spLocks xmlns:a="http://schemas.openxmlformats.org/drawingml/2006/main" noGrp="1"/>
          </p:cNvSpPr>
          <p:nvPr/>
        </p:nvSpPr>
        <p:spPr>
          <a:xfrm xmlns:a="http://schemas.openxmlformats.org/drawingml/2006/main">
            <a:off x="8153400" y="3781425"/>
            <a:ext cx="3429000" cy="1847850"/>
          </a:xfrm>
          <a:prstGeom xmlns:a="http://schemas.openxmlformats.org/drawingml/2006/main" prst="roundRect">
            <a:avLst>
              <a:gd name="adj" fmla="val 8247"/>
            </a:avLst>
          </a:prstGeom>
          <a:solidFill xmlns:a="http://schemas.openxmlformats.org/drawingml/2006/main">
            <a:srgbClr val="1B1D26"/>
          </a:solidFill>
          <a:ln xmlns:a="http://schemas.openxmlformats.org/drawingml/2006/main" w="9525">
            <a:solidFill>
              <a:srgbClr val="343745"/>
            </a:solidFill>
          </a:ln>
        </p:spPr>
      </p:sp>
      <p:pic>
        <p:nvPicPr>
          <p:cNvPr id="23" name="">
            <a:extLst xmlns:a="http://schemas.openxmlformats.org/drawingml/2006/main">
              <a:ext uri="{FF2B5EF4-FFF2-40B4-BE49-F238E27FC236}">
                <a16:creationId xmlns:a16="http://schemas.microsoft.com/office/drawing/2014/main" id="{1C79FAA9-C714-4AC8-B2C8-B6A2CA16EAD7}"/>
              </a:ext>
            </a:extLst>
          </p:cNvPr>
          <p:cNvPicPr>
            <a:picLocks xmlns:a="http://schemas.openxmlformats.org/drawingml/2006/main" noChangeAspect="1"/>
          </p:cNvPicPr>
          <p:nvPr/>
        </p:nvPicPr>
        <p:blipFill>
          <a:blip xmlns:r="http://schemas.openxmlformats.org/officeDocument/2006/relationships" xmlns:a="http://schemas.openxmlformats.org/drawingml/2006/main" r:embed="Rf8c996e7e1594cda"/>
          <a:stretch xmlns:a="http://schemas.openxmlformats.org/drawingml/2006/main"/>
        </p:blipFill>
        <p:spPr>
          <a:xfrm xmlns:a="http://schemas.openxmlformats.org/drawingml/2006/main">
            <a:off x="8391525" y="4060381"/>
            <a:ext cx="2514600" cy="366014"/>
          </a:xfrm>
          <a:prstGeom xmlns:a="http://schemas.openxmlformats.org/drawingml/2006/main" prst="rect">
            <a:avLst/>
          </a:prstGeom>
        </p:spPr>
      </p:pic>
      <p:sp>
        <p:nvSpPr>
          <p:cNvPr id="24" name="MCP">
            <a:extLst xmlns:a="http://schemas.openxmlformats.org/drawingml/2006/main">
              <a:ext uri="{FF2B5EF4-FFF2-40B4-BE49-F238E27FC236}">
                <a16:creationId xmlns:a16="http://schemas.microsoft.com/office/drawing/2014/main" id="{0A1B7C63-D988-4AB3-B885-30E38CAB04C3}"/>
              </a:ext>
            </a:extLst>
          </p:cNvPr>
          <p:cNvSpPr>
            <a:spLocks xmlns:a="http://schemas.openxmlformats.org/drawingml/2006/main" noGrp="1"/>
          </p:cNvSpPr>
          <p:nvPr/>
        </p:nvSpPr>
        <p:spPr>
          <a:xfrm xmlns:a="http://schemas.openxmlformats.org/drawingml/2006/main">
            <a:off x="8391525" y="4752975"/>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400" b="1">
                <a:solidFill>
                  <a:srgbClr val="F3F2F7"/>
                </a:solidFill>
                <a:latin typeface="Space Grotesk"/>
                <a:ea typeface="Space Grotesk"/>
                <a:cs typeface="Space Grotesk"/>
              </a:defRPr>
            </a:defPPr>
            <a:lvl1pPr>
              <a:buNone/>
              <a:defRPr sz="2400" b="1">
                <a:solidFill>
                  <a:srgbClr val="F3F2F7"/>
                </a:solidFill>
                <a:latin typeface="Space Grotesk"/>
                <a:ea typeface="Space Grotesk"/>
                <a:cs typeface="Space Grotesk"/>
              </a:defRPr>
            </a:lvl1pPr>
            <a:lvl2pPr>
              <a:buNone/>
              <a:defRPr sz="2400" b="1">
                <a:solidFill>
                  <a:srgbClr val="F3F2F7"/>
                </a:solidFill>
                <a:latin typeface="Space Grotesk"/>
                <a:ea typeface="Space Grotesk"/>
                <a:cs typeface="Space Grotesk"/>
              </a:defRPr>
            </a:lvl2pPr>
            <a:lvl3pPr>
              <a:buNone/>
              <a:defRPr sz="2400" b="1">
                <a:solidFill>
                  <a:srgbClr val="F3F2F7"/>
                </a:solidFill>
                <a:latin typeface="Space Grotesk"/>
                <a:ea typeface="Space Grotesk"/>
                <a:cs typeface="Space Grotesk"/>
              </a:defRPr>
            </a:lvl3pPr>
            <a:lvl4pPr>
              <a:buNone/>
              <a:defRPr sz="2400" b="1">
                <a:solidFill>
                  <a:srgbClr val="F3F2F7"/>
                </a:solidFill>
                <a:latin typeface="Space Grotesk"/>
                <a:ea typeface="Space Grotesk"/>
                <a:cs typeface="Space Grotesk"/>
              </a:defRPr>
            </a:lvl4pPr>
            <a:lvl5pPr>
              <a:buNone/>
              <a:defRPr sz="2400" b="1">
                <a:solidFill>
                  <a:srgbClr val="F3F2F7"/>
                </a:solidFill>
                <a:latin typeface="Space Grotesk"/>
                <a:ea typeface="Space Grotesk"/>
                <a:cs typeface="Space Grotesk"/>
              </a:defRPr>
            </a:lvl5pPr>
            <a:lvl6pPr>
              <a:buNone/>
              <a:defRPr sz="2400" b="1">
                <a:solidFill>
                  <a:srgbClr val="F3F2F7"/>
                </a:solidFill>
                <a:latin typeface="Space Grotesk"/>
                <a:ea typeface="Space Grotesk"/>
                <a:cs typeface="Space Grotesk"/>
              </a:defRPr>
            </a:lvl6pPr>
            <a:lvl7pPr>
              <a:buNone/>
              <a:defRPr sz="2400" b="1">
                <a:solidFill>
                  <a:srgbClr val="F3F2F7"/>
                </a:solidFill>
                <a:latin typeface="Space Grotesk"/>
                <a:ea typeface="Space Grotesk"/>
                <a:cs typeface="Space Grotesk"/>
              </a:defRPr>
            </a:lvl7pPr>
            <a:lvl8pPr>
              <a:buNone/>
              <a:defRPr sz="2400" b="1">
                <a:solidFill>
                  <a:srgbClr val="F3F2F7"/>
                </a:solidFill>
                <a:latin typeface="Space Grotesk"/>
                <a:ea typeface="Space Grotesk"/>
                <a:cs typeface="Space Grotesk"/>
              </a:defRPr>
            </a:lvl8pPr>
            <a:lvl9pPr>
              <a:buNone/>
              <a:defRPr sz="2400" b="1">
                <a:solidFill>
                  <a:srgbClr val="F3F2F7"/>
                </a:solidFill>
                <a:latin typeface="Space Grotesk"/>
                <a:ea typeface="Space Grotesk"/>
                <a:cs typeface="Space Grotesk"/>
              </a:defRPr>
            </a:lvl9pPr>
          </a:lstStyle>
          <a:p xmlns:a="http://schemas.openxmlformats.org/drawingml/2006/main">
            <a:pPr>
              <a:buNone/>
              <a:defRPr sz="2400" b="1">
                <a:solidFill>
                  <a:srgbClr val="F3F2F7"/>
                </a:solidFill>
                <a:latin typeface="Space Grotesk"/>
                <a:ea typeface="Space Grotesk"/>
                <a:cs typeface="Space Grotesk"/>
              </a:defRPr>
            </a:pPr>
            <a:r>
              <a:rPr sz="2400" b="1">
                <a:solidFill>
                  <a:srgbClr val="F3F2F7"/>
                </a:solidFill>
                <a:latin typeface="Space Grotesk"/>
                <a:ea typeface="Space Grotesk"/>
                <a:cs typeface="Space Grotesk"/>
              </a:rPr>
              <a:t>MCP</a:t>
            </a:r>
          </a:p>
        </p:txBody>
      </p:sp>
      <p:sp>
        <p:nvSpPr>
          <p:cNvPr id="25" name="Third-party connectors">
            <a:extLst xmlns:a="http://schemas.openxmlformats.org/drawingml/2006/main">
              <a:ext uri="{FF2B5EF4-FFF2-40B4-BE49-F238E27FC236}">
                <a16:creationId xmlns:a16="http://schemas.microsoft.com/office/drawing/2014/main" id="{1658D9C8-558F-424E-8E0A-9279D522E35F}"/>
              </a:ext>
            </a:extLst>
          </p:cNvPr>
          <p:cNvSpPr>
            <a:spLocks xmlns:a="http://schemas.openxmlformats.org/drawingml/2006/main" noGrp="1"/>
          </p:cNvSpPr>
          <p:nvPr/>
        </p:nvSpPr>
        <p:spPr>
          <a:xfrm xmlns:a="http://schemas.openxmlformats.org/drawingml/2006/main">
            <a:off x="8391525" y="5238750"/>
            <a:ext cx="295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B6B6C7"/>
                </a:solidFill>
                <a:latin typeface="Inter"/>
                <a:ea typeface="Inter"/>
                <a:cs typeface="Inter"/>
              </a:defRPr>
            </a:defPPr>
            <a:lvl1pPr>
              <a:buNone/>
              <a:defRPr sz="1725" b="0">
                <a:solidFill>
                  <a:srgbClr val="B6B6C7"/>
                </a:solidFill>
                <a:latin typeface="Inter"/>
                <a:ea typeface="Inter"/>
                <a:cs typeface="Inter"/>
              </a:defRPr>
            </a:lvl1pPr>
            <a:lvl2pPr>
              <a:buNone/>
              <a:defRPr sz="1725" b="0">
                <a:solidFill>
                  <a:srgbClr val="B6B6C7"/>
                </a:solidFill>
                <a:latin typeface="Inter"/>
                <a:ea typeface="Inter"/>
                <a:cs typeface="Inter"/>
              </a:defRPr>
            </a:lvl2pPr>
            <a:lvl3pPr>
              <a:buNone/>
              <a:defRPr sz="1725" b="0">
                <a:solidFill>
                  <a:srgbClr val="B6B6C7"/>
                </a:solidFill>
                <a:latin typeface="Inter"/>
                <a:ea typeface="Inter"/>
                <a:cs typeface="Inter"/>
              </a:defRPr>
            </a:lvl3pPr>
            <a:lvl4pPr>
              <a:buNone/>
              <a:defRPr sz="1725" b="0">
                <a:solidFill>
                  <a:srgbClr val="B6B6C7"/>
                </a:solidFill>
                <a:latin typeface="Inter"/>
                <a:ea typeface="Inter"/>
                <a:cs typeface="Inter"/>
              </a:defRPr>
            </a:lvl4pPr>
            <a:lvl5pPr>
              <a:buNone/>
              <a:defRPr sz="1725" b="0">
                <a:solidFill>
                  <a:srgbClr val="B6B6C7"/>
                </a:solidFill>
                <a:latin typeface="Inter"/>
                <a:ea typeface="Inter"/>
                <a:cs typeface="Inter"/>
              </a:defRPr>
            </a:lvl5pPr>
            <a:lvl6pPr>
              <a:buNone/>
              <a:defRPr sz="1725" b="0">
                <a:solidFill>
                  <a:srgbClr val="B6B6C7"/>
                </a:solidFill>
                <a:latin typeface="Inter"/>
                <a:ea typeface="Inter"/>
                <a:cs typeface="Inter"/>
              </a:defRPr>
            </a:lvl6pPr>
            <a:lvl7pPr>
              <a:buNone/>
              <a:defRPr sz="1725" b="0">
                <a:solidFill>
                  <a:srgbClr val="B6B6C7"/>
                </a:solidFill>
                <a:latin typeface="Inter"/>
                <a:ea typeface="Inter"/>
                <a:cs typeface="Inter"/>
              </a:defRPr>
            </a:lvl7pPr>
            <a:lvl8pPr>
              <a:buNone/>
              <a:defRPr sz="1725" b="0">
                <a:solidFill>
                  <a:srgbClr val="B6B6C7"/>
                </a:solidFill>
                <a:latin typeface="Inter"/>
                <a:ea typeface="Inter"/>
                <a:cs typeface="Inter"/>
              </a:defRPr>
            </a:lvl8pPr>
            <a:lvl9pPr>
              <a:buNone/>
              <a:defRPr sz="1725" b="0">
                <a:solidFill>
                  <a:srgbClr val="B6B6C7"/>
                </a:solidFill>
                <a:latin typeface="Inter"/>
                <a:ea typeface="Inter"/>
                <a:cs typeface="Inter"/>
              </a:defRPr>
            </a:lvl9pPr>
          </a:lstStyle>
          <a:p xmlns:a="http://schemas.openxmlformats.org/drawingml/2006/main">
            <a:pPr>
              <a:buNone/>
              <a:defRPr sz="1725" b="0">
                <a:solidFill>
                  <a:srgbClr val="B6B6C7"/>
                </a:solidFill>
                <a:latin typeface="Inter"/>
                <a:ea typeface="Inter"/>
                <a:cs typeface="Inter"/>
              </a:defRPr>
            </a:pPr>
            <a:r>
              <a:rPr sz="1725" b="0">
                <a:solidFill>
                  <a:srgbClr val="B6B6C7"/>
                </a:solidFill>
                <a:latin typeface="Inter"/>
                <a:ea typeface="Inter"/>
                <a:cs typeface="Inter"/>
              </a:rPr>
              <a:t>Third-party connectors</a:t>
            </a:r>
          </a:p>
        </p:txBody>
      </p:sp>
      <p:sp>
        <p:nvSpPr>
          <p:cNvPr id="26" name="Local control and wallet services retain">
            <a:extLst xmlns:a="http://schemas.openxmlformats.org/drawingml/2006/main">
              <a:ext uri="{FF2B5EF4-FFF2-40B4-BE49-F238E27FC236}">
                <a16:creationId xmlns:a16="http://schemas.microsoft.com/office/drawing/2014/main" id="{6D4D55D6-65DC-4EB5-AADA-247A6B92C3F1}"/>
              </a:ext>
            </a:extLst>
          </p:cNvPr>
          <p:cNvSpPr>
            <a:spLocks xmlns:a="http://schemas.openxmlformats.org/drawingml/2006/main" noGrp="1"/>
          </p:cNvSpPr>
          <p:nvPr/>
        </p:nvSpPr>
        <p:spPr>
          <a:xfrm xmlns:a="http://schemas.openxmlformats.org/drawingml/2006/main">
            <a:off x="609600" y="610552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650" b="0">
                <a:solidFill>
                  <a:srgbClr val="B6B6C7"/>
                </a:solidFill>
                <a:latin typeface="Inter"/>
                <a:ea typeface="Inter"/>
                <a:cs typeface="Inter"/>
              </a:defRPr>
            </a:defPPr>
            <a:lvl1pPr>
              <a:buNone/>
              <a:defRPr sz="1650" b="0">
                <a:solidFill>
                  <a:srgbClr val="B6B6C7"/>
                </a:solidFill>
                <a:latin typeface="Inter"/>
                <a:ea typeface="Inter"/>
                <a:cs typeface="Inter"/>
              </a:defRPr>
            </a:lvl1pPr>
            <a:lvl2pPr>
              <a:buNone/>
              <a:defRPr sz="1650" b="0">
                <a:solidFill>
                  <a:srgbClr val="B6B6C7"/>
                </a:solidFill>
                <a:latin typeface="Inter"/>
                <a:ea typeface="Inter"/>
                <a:cs typeface="Inter"/>
              </a:defRPr>
            </a:lvl2pPr>
            <a:lvl3pPr>
              <a:buNone/>
              <a:defRPr sz="1650" b="0">
                <a:solidFill>
                  <a:srgbClr val="B6B6C7"/>
                </a:solidFill>
                <a:latin typeface="Inter"/>
                <a:ea typeface="Inter"/>
                <a:cs typeface="Inter"/>
              </a:defRPr>
            </a:lvl3pPr>
            <a:lvl4pPr>
              <a:buNone/>
              <a:defRPr sz="1650" b="0">
                <a:solidFill>
                  <a:srgbClr val="B6B6C7"/>
                </a:solidFill>
                <a:latin typeface="Inter"/>
                <a:ea typeface="Inter"/>
                <a:cs typeface="Inter"/>
              </a:defRPr>
            </a:lvl4pPr>
            <a:lvl5pPr>
              <a:buNone/>
              <a:defRPr sz="1650" b="0">
                <a:solidFill>
                  <a:srgbClr val="B6B6C7"/>
                </a:solidFill>
                <a:latin typeface="Inter"/>
                <a:ea typeface="Inter"/>
                <a:cs typeface="Inter"/>
              </a:defRPr>
            </a:lvl5pPr>
            <a:lvl6pPr>
              <a:buNone/>
              <a:defRPr sz="1650" b="0">
                <a:solidFill>
                  <a:srgbClr val="B6B6C7"/>
                </a:solidFill>
                <a:latin typeface="Inter"/>
                <a:ea typeface="Inter"/>
                <a:cs typeface="Inter"/>
              </a:defRPr>
            </a:lvl6pPr>
            <a:lvl7pPr>
              <a:buNone/>
              <a:defRPr sz="1650" b="0">
                <a:solidFill>
                  <a:srgbClr val="B6B6C7"/>
                </a:solidFill>
                <a:latin typeface="Inter"/>
                <a:ea typeface="Inter"/>
                <a:cs typeface="Inter"/>
              </a:defRPr>
            </a:lvl7pPr>
            <a:lvl8pPr>
              <a:buNone/>
              <a:defRPr sz="1650" b="0">
                <a:solidFill>
                  <a:srgbClr val="B6B6C7"/>
                </a:solidFill>
                <a:latin typeface="Inter"/>
                <a:ea typeface="Inter"/>
                <a:cs typeface="Inter"/>
              </a:defRPr>
            </a:lvl8pPr>
            <a:lvl9pPr>
              <a:buNone/>
              <a:defRPr sz="1650" b="0">
                <a:solidFill>
                  <a:srgbClr val="B6B6C7"/>
                </a:solidFill>
                <a:latin typeface="Inter"/>
                <a:ea typeface="Inter"/>
                <a:cs typeface="Inter"/>
              </a:defRPr>
            </a:lvl9pPr>
          </a:lstStyle>
          <a:p xmlns:a="http://schemas.openxmlformats.org/drawingml/2006/main">
            <a:pPr>
              <a:buNone/>
              <a:defRPr sz="1650" b="0">
                <a:solidFill>
                  <a:srgbClr val="B6B6C7"/>
                </a:solidFill>
                <a:latin typeface="Inter"/>
                <a:ea typeface="Inter"/>
                <a:cs typeface="Inter"/>
              </a:defRPr>
            </a:pPr>
            <a:r>
              <a:rPr sz="1650" b="0">
                <a:solidFill>
                  <a:srgbClr val="B6B6C7"/>
                </a:solidFill>
                <a:latin typeface="Inter"/>
                <a:ea typeface="Inter"/>
                <a:cs typeface="Inter"/>
              </a:rPr>
              <a:t>Local control and wallet services retain spending authority.</a:t>
            </a:r>
          </a:p>
        </p:txBody>
      </p:sp>
    </p:spTree>
    <p:extLst>
      <p:ext uri="{BB962C8B-B14F-4D97-AF65-F5344CB8AC3E}">
        <p14:creationId xmlns:p14="http://schemas.microsoft.com/office/powerpoint/2010/main" val="662414400"/>
      </p:ext>
    </p:extLst>
  </p:cSld>
</p:sld>
</file>

<file path=ppt/slides/slide9.xml><?xml version="1.0" encoding="utf-8"?>
<p:sld xmlns:p="http://schemas.openxmlformats.org/presentationml/2006/main">
  <p:cSld>
    <p:bg>
      <p:bgPr>
        <a:solidFill xmlns:a="http://schemas.openxmlformats.org/drawingml/2006/main">
          <a:srgbClr val="101014"/>
        </a:solidFill>
      </p:bgPr>
    </p:bg>
    <p:spTree>
      <p:nvGrpSpPr>
        <p:cNvPr id="1" name=""/>
        <p:cNvGrpSpPr/>
        <p:nvPr/>
      </p:nvGrpSpPr>
      <p:grpSpPr>
        <a:xfrm xmlns:a="http://schemas.openxmlformats.org/drawingml/2006/main"/>
      </p:grpSpPr>
      <p:sp>
        <p:nvSpPr>
          <p:cNvPr id="21" name="Execution evidence">
            <a:extLst xmlns:a="http://schemas.openxmlformats.org/drawingml/2006/main">
              <a:ext uri="{FF2B5EF4-FFF2-40B4-BE49-F238E27FC236}">
                <a16:creationId xmlns:a16="http://schemas.microsoft.com/office/drawing/2014/main" id="{E0BD239D-DA9D-43B0-9C7C-AF2DD65C6F25}"/>
              </a:ext>
            </a:extLst>
          </p:cNvPr>
          <p:cNvSpPr>
            <a:spLocks xmlns:a="http://schemas.openxmlformats.org/drawingml/2006/main" noGrp="1"/>
          </p:cNvSpPr>
          <p:nvPr/>
        </p:nvSpPr>
        <p:spPr>
          <a:xfrm xmlns:a="http://schemas.openxmlformats.org/drawingml/2006/main">
            <a:off x="609600" y="4572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825" b="1">
                <a:solidFill>
                  <a:srgbClr val="F3F2F7"/>
                </a:solidFill>
                <a:latin typeface="Space Grotesk"/>
                <a:ea typeface="Space Grotesk"/>
                <a:cs typeface="Space Grotesk"/>
              </a:defRPr>
            </a:defPPr>
            <a:lvl1pPr>
              <a:buNone/>
              <a:defRPr sz="3825" b="1">
                <a:solidFill>
                  <a:srgbClr val="F3F2F7"/>
                </a:solidFill>
                <a:latin typeface="Space Grotesk"/>
                <a:ea typeface="Space Grotesk"/>
                <a:cs typeface="Space Grotesk"/>
              </a:defRPr>
            </a:lvl1pPr>
            <a:lvl2pPr>
              <a:buNone/>
              <a:defRPr sz="3825" b="1">
                <a:solidFill>
                  <a:srgbClr val="F3F2F7"/>
                </a:solidFill>
                <a:latin typeface="Space Grotesk"/>
                <a:ea typeface="Space Grotesk"/>
                <a:cs typeface="Space Grotesk"/>
              </a:defRPr>
            </a:lvl2pPr>
            <a:lvl3pPr>
              <a:buNone/>
              <a:defRPr sz="3825" b="1">
                <a:solidFill>
                  <a:srgbClr val="F3F2F7"/>
                </a:solidFill>
                <a:latin typeface="Space Grotesk"/>
                <a:ea typeface="Space Grotesk"/>
                <a:cs typeface="Space Grotesk"/>
              </a:defRPr>
            </a:lvl3pPr>
            <a:lvl4pPr>
              <a:buNone/>
              <a:defRPr sz="3825" b="1">
                <a:solidFill>
                  <a:srgbClr val="F3F2F7"/>
                </a:solidFill>
                <a:latin typeface="Space Grotesk"/>
                <a:ea typeface="Space Grotesk"/>
                <a:cs typeface="Space Grotesk"/>
              </a:defRPr>
            </a:lvl4pPr>
            <a:lvl5pPr>
              <a:buNone/>
              <a:defRPr sz="3825" b="1">
                <a:solidFill>
                  <a:srgbClr val="F3F2F7"/>
                </a:solidFill>
                <a:latin typeface="Space Grotesk"/>
                <a:ea typeface="Space Grotesk"/>
                <a:cs typeface="Space Grotesk"/>
              </a:defRPr>
            </a:lvl5pPr>
            <a:lvl6pPr>
              <a:buNone/>
              <a:defRPr sz="3825" b="1">
                <a:solidFill>
                  <a:srgbClr val="F3F2F7"/>
                </a:solidFill>
                <a:latin typeface="Space Grotesk"/>
                <a:ea typeface="Space Grotesk"/>
                <a:cs typeface="Space Grotesk"/>
              </a:defRPr>
            </a:lvl6pPr>
            <a:lvl7pPr>
              <a:buNone/>
              <a:defRPr sz="3825" b="1">
                <a:solidFill>
                  <a:srgbClr val="F3F2F7"/>
                </a:solidFill>
                <a:latin typeface="Space Grotesk"/>
                <a:ea typeface="Space Grotesk"/>
                <a:cs typeface="Space Grotesk"/>
              </a:defRPr>
            </a:lvl7pPr>
            <a:lvl8pPr>
              <a:buNone/>
              <a:defRPr sz="3825" b="1">
                <a:solidFill>
                  <a:srgbClr val="F3F2F7"/>
                </a:solidFill>
                <a:latin typeface="Space Grotesk"/>
                <a:ea typeface="Space Grotesk"/>
                <a:cs typeface="Space Grotesk"/>
              </a:defRPr>
            </a:lvl8pPr>
            <a:lvl9pPr>
              <a:buNone/>
              <a:defRPr sz="3825" b="1">
                <a:solidFill>
                  <a:srgbClr val="F3F2F7"/>
                </a:solidFill>
                <a:latin typeface="Space Grotesk"/>
                <a:ea typeface="Space Grotesk"/>
                <a:cs typeface="Space Grotesk"/>
              </a:defRPr>
            </a:lvl9pPr>
          </a:lstStyle>
          <a:p xmlns:a="http://schemas.openxmlformats.org/drawingml/2006/main">
            <a:pPr>
              <a:buNone/>
              <a:defRPr sz="3825" b="1">
                <a:solidFill>
                  <a:srgbClr val="F3F2F7"/>
                </a:solidFill>
                <a:latin typeface="Space Grotesk"/>
                <a:ea typeface="Space Grotesk"/>
                <a:cs typeface="Space Grotesk"/>
              </a:defRPr>
            </a:pPr>
            <a:r>
              <a:rPr sz="3825" b="1">
                <a:solidFill>
                  <a:srgbClr val="F3F2F7"/>
                </a:solidFill>
                <a:latin typeface="Space Grotesk"/>
                <a:ea typeface="Space Grotesk"/>
                <a:cs typeface="Space Grotesk"/>
              </a:rPr>
              <a:t>Execution evidence</a:t>
            </a:r>
          </a:p>
        </p:txBody>
      </p:sp>
      <p:sp>
        <p:nvSpPr>
          <p:cNvPr id="2" name="">
            <a:extLst xmlns:a="http://schemas.openxmlformats.org/drawingml/2006/main">
              <a:ext uri="{FF2B5EF4-FFF2-40B4-BE49-F238E27FC236}">
                <a16:creationId xmlns:a16="http://schemas.microsoft.com/office/drawing/2014/main" id="{646A8CF0-624F-48C2-A350-6AB9FE2B1FF5}"/>
              </a:ext>
            </a:extLst>
          </p:cNvPr>
          <p:cNvSpPr>
            <a:spLocks xmlns:a="http://schemas.openxmlformats.org/drawingml/2006/main" noGrp="1"/>
          </p:cNvSpPr>
          <p:nvPr/>
        </p:nvSpPr>
        <p:spPr>
          <a:xfrm xmlns:a="http://schemas.openxmlformats.org/drawingml/2006/main">
            <a:off x="609600" y="1524000"/>
            <a:ext cx="3505200" cy="4295775"/>
          </a:xfrm>
          <a:prstGeom xmlns:a="http://schemas.openxmlformats.org/drawingml/2006/main" prst="roundRect">
            <a:avLst>
              <a:gd name="adj" fmla="val 4348"/>
            </a:avLst>
          </a:prstGeom>
          <a:solidFill xmlns:a="http://schemas.openxmlformats.org/drawingml/2006/main">
            <a:srgbClr val="1B1D26"/>
          </a:solidFill>
          <a:ln xmlns:a="http://schemas.openxmlformats.org/drawingml/2006/main" w="9525">
            <a:solidFill>
              <a:srgbClr val="343745"/>
            </a:solidFill>
          </a:ln>
        </p:spPr>
      </p:sp>
      <p:sp>
        <p:nvSpPr>
          <p:cNvPr id="3" name="Private pool withdrawal">
            <a:extLst xmlns:a="http://schemas.openxmlformats.org/drawingml/2006/main">
              <a:ext uri="{FF2B5EF4-FFF2-40B4-BE49-F238E27FC236}">
                <a16:creationId xmlns:a16="http://schemas.microsoft.com/office/drawing/2014/main" id="{80C5FB6D-E144-4E57-AB52-5A6753FB2AC4}"/>
              </a:ext>
            </a:extLst>
          </p:cNvPr>
          <p:cNvSpPr>
            <a:spLocks xmlns:a="http://schemas.openxmlformats.org/drawingml/2006/main" noGrp="1"/>
          </p:cNvSpPr>
          <p:nvPr/>
        </p:nvSpPr>
        <p:spPr>
          <a:xfrm xmlns:a="http://schemas.openxmlformats.org/drawingml/2006/main">
            <a:off x="762000" y="1724025"/>
            <a:ext cx="32099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950" b="1">
                <a:solidFill>
                  <a:srgbClr val="F3F2F7"/>
                </a:solidFill>
                <a:latin typeface="Space Grotesk"/>
                <a:ea typeface="Space Grotesk"/>
                <a:cs typeface="Space Grotesk"/>
              </a:defRPr>
            </a:defPPr>
            <a:lvl1pPr>
              <a:buNone/>
              <a:defRPr sz="1950" b="1">
                <a:solidFill>
                  <a:srgbClr val="F3F2F7"/>
                </a:solidFill>
                <a:latin typeface="Space Grotesk"/>
                <a:ea typeface="Space Grotesk"/>
                <a:cs typeface="Space Grotesk"/>
              </a:defRPr>
            </a:lvl1pPr>
            <a:lvl2pPr>
              <a:buNone/>
              <a:defRPr sz="1950" b="1">
                <a:solidFill>
                  <a:srgbClr val="F3F2F7"/>
                </a:solidFill>
                <a:latin typeface="Space Grotesk"/>
                <a:ea typeface="Space Grotesk"/>
                <a:cs typeface="Space Grotesk"/>
              </a:defRPr>
            </a:lvl2pPr>
            <a:lvl3pPr>
              <a:buNone/>
              <a:defRPr sz="1950" b="1">
                <a:solidFill>
                  <a:srgbClr val="F3F2F7"/>
                </a:solidFill>
                <a:latin typeface="Space Grotesk"/>
                <a:ea typeface="Space Grotesk"/>
                <a:cs typeface="Space Grotesk"/>
              </a:defRPr>
            </a:lvl3pPr>
            <a:lvl4pPr>
              <a:buNone/>
              <a:defRPr sz="1950" b="1">
                <a:solidFill>
                  <a:srgbClr val="F3F2F7"/>
                </a:solidFill>
                <a:latin typeface="Space Grotesk"/>
                <a:ea typeface="Space Grotesk"/>
                <a:cs typeface="Space Grotesk"/>
              </a:defRPr>
            </a:lvl4pPr>
            <a:lvl5pPr>
              <a:buNone/>
              <a:defRPr sz="1950" b="1">
                <a:solidFill>
                  <a:srgbClr val="F3F2F7"/>
                </a:solidFill>
                <a:latin typeface="Space Grotesk"/>
                <a:ea typeface="Space Grotesk"/>
                <a:cs typeface="Space Grotesk"/>
              </a:defRPr>
            </a:lvl5pPr>
            <a:lvl6pPr>
              <a:buNone/>
              <a:defRPr sz="1950" b="1">
                <a:solidFill>
                  <a:srgbClr val="F3F2F7"/>
                </a:solidFill>
                <a:latin typeface="Space Grotesk"/>
                <a:ea typeface="Space Grotesk"/>
                <a:cs typeface="Space Grotesk"/>
              </a:defRPr>
            </a:lvl6pPr>
            <a:lvl7pPr>
              <a:buNone/>
              <a:defRPr sz="1950" b="1">
                <a:solidFill>
                  <a:srgbClr val="F3F2F7"/>
                </a:solidFill>
                <a:latin typeface="Space Grotesk"/>
                <a:ea typeface="Space Grotesk"/>
                <a:cs typeface="Space Grotesk"/>
              </a:defRPr>
            </a:lvl7pPr>
            <a:lvl8pPr>
              <a:buNone/>
              <a:defRPr sz="1950" b="1">
                <a:solidFill>
                  <a:srgbClr val="F3F2F7"/>
                </a:solidFill>
                <a:latin typeface="Space Grotesk"/>
                <a:ea typeface="Space Grotesk"/>
                <a:cs typeface="Space Grotesk"/>
              </a:defRPr>
            </a:lvl8pPr>
            <a:lvl9pPr>
              <a:buNone/>
              <a:defRPr sz="1950" b="1">
                <a:solidFill>
                  <a:srgbClr val="F3F2F7"/>
                </a:solidFill>
                <a:latin typeface="Space Grotesk"/>
                <a:ea typeface="Space Grotesk"/>
                <a:cs typeface="Space Grotesk"/>
              </a:defRPr>
            </a:lvl9pPr>
          </a:lstStyle>
          <a:p xmlns:a="http://schemas.openxmlformats.org/drawingml/2006/main">
            <a:pPr>
              <a:buNone/>
              <a:defRPr sz="1950" b="1">
                <a:solidFill>
                  <a:srgbClr val="F3F2F7"/>
                </a:solidFill>
                <a:latin typeface="Space Grotesk"/>
                <a:ea typeface="Space Grotesk"/>
                <a:cs typeface="Space Grotesk"/>
              </a:defRPr>
            </a:pPr>
            <a:r>
              <a:rPr sz="1950" b="1">
                <a:solidFill>
                  <a:srgbClr val="F3F2F7"/>
                </a:solidFill>
                <a:latin typeface="Space Grotesk"/>
                <a:ea typeface="Space Grotesk"/>
                <a:cs typeface="Space Grotesk"/>
              </a:rPr>
              <a:t>Private pool withdrawal</a:t>
            </a:r>
          </a:p>
        </p:txBody>
      </p:sp>
      <p:sp>
        <p:nvSpPr>
          <p:cNvPr id="4" name="0.01 devnet USDC">
            <a:extLst xmlns:a="http://schemas.openxmlformats.org/drawingml/2006/main">
              <a:ext uri="{FF2B5EF4-FFF2-40B4-BE49-F238E27FC236}">
                <a16:creationId xmlns:a16="http://schemas.microsoft.com/office/drawing/2014/main" id="{1D19BD3B-2A3B-4FE8-A111-9322F8D733FA}"/>
              </a:ext>
            </a:extLst>
          </p:cNvPr>
          <p:cNvSpPr>
            <a:spLocks xmlns:a="http://schemas.openxmlformats.org/drawingml/2006/main" noGrp="1"/>
          </p:cNvSpPr>
          <p:nvPr/>
        </p:nvSpPr>
        <p:spPr>
          <a:xfrm xmlns:a="http://schemas.openxmlformats.org/drawingml/2006/main">
            <a:off x="762000" y="2238375"/>
            <a:ext cx="3209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A6A8FF"/>
                </a:solidFill>
                <a:latin typeface="Inter"/>
                <a:ea typeface="Inter"/>
                <a:cs typeface="Inter"/>
              </a:defRPr>
            </a:defPPr>
            <a:lvl1pPr>
              <a:buNone/>
              <a:defRPr sz="1800" b="0">
                <a:solidFill>
                  <a:srgbClr val="A6A8FF"/>
                </a:solidFill>
                <a:latin typeface="Inter"/>
                <a:ea typeface="Inter"/>
                <a:cs typeface="Inter"/>
              </a:defRPr>
            </a:lvl1pPr>
            <a:lvl2pPr>
              <a:buNone/>
              <a:defRPr sz="1800" b="0">
                <a:solidFill>
                  <a:srgbClr val="A6A8FF"/>
                </a:solidFill>
                <a:latin typeface="Inter"/>
                <a:ea typeface="Inter"/>
                <a:cs typeface="Inter"/>
              </a:defRPr>
            </a:lvl2pPr>
            <a:lvl3pPr>
              <a:buNone/>
              <a:defRPr sz="1800" b="0">
                <a:solidFill>
                  <a:srgbClr val="A6A8FF"/>
                </a:solidFill>
                <a:latin typeface="Inter"/>
                <a:ea typeface="Inter"/>
                <a:cs typeface="Inter"/>
              </a:defRPr>
            </a:lvl3pPr>
            <a:lvl4pPr>
              <a:buNone/>
              <a:defRPr sz="1800" b="0">
                <a:solidFill>
                  <a:srgbClr val="A6A8FF"/>
                </a:solidFill>
                <a:latin typeface="Inter"/>
                <a:ea typeface="Inter"/>
                <a:cs typeface="Inter"/>
              </a:defRPr>
            </a:lvl4pPr>
            <a:lvl5pPr>
              <a:buNone/>
              <a:defRPr sz="1800" b="0">
                <a:solidFill>
                  <a:srgbClr val="A6A8FF"/>
                </a:solidFill>
                <a:latin typeface="Inter"/>
                <a:ea typeface="Inter"/>
                <a:cs typeface="Inter"/>
              </a:defRPr>
            </a:lvl5pPr>
            <a:lvl6pPr>
              <a:buNone/>
              <a:defRPr sz="1800" b="0">
                <a:solidFill>
                  <a:srgbClr val="A6A8FF"/>
                </a:solidFill>
                <a:latin typeface="Inter"/>
                <a:ea typeface="Inter"/>
                <a:cs typeface="Inter"/>
              </a:defRPr>
            </a:lvl6pPr>
            <a:lvl7pPr>
              <a:buNone/>
              <a:defRPr sz="1800" b="0">
                <a:solidFill>
                  <a:srgbClr val="A6A8FF"/>
                </a:solidFill>
                <a:latin typeface="Inter"/>
                <a:ea typeface="Inter"/>
                <a:cs typeface="Inter"/>
              </a:defRPr>
            </a:lvl7pPr>
            <a:lvl8pPr>
              <a:buNone/>
              <a:defRPr sz="1800" b="0">
                <a:solidFill>
                  <a:srgbClr val="A6A8FF"/>
                </a:solidFill>
                <a:latin typeface="Inter"/>
                <a:ea typeface="Inter"/>
                <a:cs typeface="Inter"/>
              </a:defRPr>
            </a:lvl8pPr>
            <a:lvl9pPr>
              <a:buNone/>
              <a:defRPr sz="1800" b="0">
                <a:solidFill>
                  <a:srgbClr val="A6A8FF"/>
                </a:solidFill>
                <a:latin typeface="Inter"/>
                <a:ea typeface="Inter"/>
                <a:cs typeface="Inter"/>
              </a:defRPr>
            </a:lvl9pPr>
          </a:lstStyle>
          <a:p xmlns:a="http://schemas.openxmlformats.org/drawingml/2006/main">
            <a:pPr>
              <a:buNone/>
              <a:defRPr sz="1800" b="0">
                <a:solidFill>
                  <a:srgbClr val="A6A8FF"/>
                </a:solidFill>
                <a:latin typeface="Inter"/>
                <a:ea typeface="Inter"/>
                <a:cs typeface="Inter"/>
              </a:defRPr>
            </a:pPr>
            <a:r>
              <a:rPr sz="1800" b="0">
                <a:solidFill>
                  <a:srgbClr val="A6A8FF"/>
                </a:solidFill>
                <a:latin typeface="Inter"/>
                <a:ea typeface="Inter"/>
                <a:cs typeface="Inter"/>
              </a:rPr>
              <a:t>0.01 devnet USDC</a:t>
            </a:r>
          </a:p>
        </p:txBody>
      </p:sp>
      <p:pic>
        <p:nvPicPr>
          <p:cNvPr id="5" name="">
            <a:extLst xmlns:a="http://schemas.openxmlformats.org/drawingml/2006/main">
              <a:ext uri="{FF2B5EF4-FFF2-40B4-BE49-F238E27FC236}">
                <a16:creationId xmlns:a16="http://schemas.microsoft.com/office/drawing/2014/main" id="{F0688E7E-3E10-48DE-B5A8-4252AADB51C8}"/>
              </a:ext>
            </a:extLst>
          </p:cNvPr>
          <p:cNvPicPr>
            <a:picLocks xmlns:a="http://schemas.openxmlformats.org/drawingml/2006/main" noChangeAspect="1"/>
          </p:cNvPicPr>
          <p:nvPr/>
        </p:nvPicPr>
        <p:blipFill>
          <a:blip xmlns:r="http://schemas.openxmlformats.org/officeDocument/2006/relationships" xmlns:a="http://schemas.openxmlformats.org/drawingml/2006/main" r:embed="R6886fe3e22924a7c"/>
          <a:stretch xmlns:a="http://schemas.openxmlformats.org/drawingml/2006/main"/>
        </p:blipFill>
        <p:spPr>
          <a:xfrm xmlns:a="http://schemas.openxmlformats.org/drawingml/2006/main">
            <a:off x="913840" y="2714625"/>
            <a:ext cx="2896721" cy="2238375"/>
          </a:xfrm>
          <a:prstGeom xmlns:a="http://schemas.openxmlformats.org/drawingml/2006/main" prst="rect">
            <a:avLst/>
          </a:prstGeom>
        </p:spPr>
      </p:pic>
      <p:sp>
        <p:nvSpPr>
          <p:cNvPr id="6" name="2fbWQ6ws2…BcPJLE3">
            <a:extLst xmlns:a="http://schemas.openxmlformats.org/drawingml/2006/main">
              <a:ext uri="{FF2B5EF4-FFF2-40B4-BE49-F238E27FC236}">
                <a16:creationId xmlns:a16="http://schemas.microsoft.com/office/drawing/2014/main" id="{445350C7-FEDE-4221-AF98-784EA4F77E0B}"/>
              </a:ext>
            </a:extLst>
          </p:cNvPr>
          <p:cNvSpPr>
            <a:spLocks xmlns:a="http://schemas.openxmlformats.org/drawingml/2006/main" noGrp="1"/>
          </p:cNvSpPr>
          <p:nvPr/>
        </p:nvSpPr>
        <p:spPr>
          <a:xfrm xmlns:a="http://schemas.openxmlformats.org/drawingml/2006/main">
            <a:off x="762000" y="5105400"/>
            <a:ext cx="32004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500" b="0">
                <a:solidFill>
                  <a:srgbClr val="A6A8FF"/>
                </a:solidFill>
                <a:latin typeface="Inter"/>
                <a:ea typeface="Inter"/>
                <a:cs typeface="Inter"/>
              </a:defRPr>
            </a:defPPr>
            <a:lvl1pPr>
              <a:buNone/>
              <a:defRPr sz="1500" b="0">
                <a:solidFill>
                  <a:srgbClr val="A6A8FF"/>
                </a:solidFill>
                <a:latin typeface="Inter"/>
                <a:ea typeface="Inter"/>
                <a:cs typeface="Inter"/>
              </a:defRPr>
            </a:lvl1pPr>
            <a:lvl2pPr>
              <a:buNone/>
              <a:defRPr sz="1500" b="0">
                <a:solidFill>
                  <a:srgbClr val="A6A8FF"/>
                </a:solidFill>
                <a:latin typeface="Inter"/>
                <a:ea typeface="Inter"/>
                <a:cs typeface="Inter"/>
              </a:defRPr>
            </a:lvl2pPr>
            <a:lvl3pPr>
              <a:buNone/>
              <a:defRPr sz="1500" b="0">
                <a:solidFill>
                  <a:srgbClr val="A6A8FF"/>
                </a:solidFill>
                <a:latin typeface="Inter"/>
                <a:ea typeface="Inter"/>
                <a:cs typeface="Inter"/>
              </a:defRPr>
            </a:lvl3pPr>
            <a:lvl4pPr>
              <a:buNone/>
              <a:defRPr sz="1500" b="0">
                <a:solidFill>
                  <a:srgbClr val="A6A8FF"/>
                </a:solidFill>
                <a:latin typeface="Inter"/>
                <a:ea typeface="Inter"/>
                <a:cs typeface="Inter"/>
              </a:defRPr>
            </a:lvl4pPr>
            <a:lvl5pPr>
              <a:buNone/>
              <a:defRPr sz="1500" b="0">
                <a:solidFill>
                  <a:srgbClr val="A6A8FF"/>
                </a:solidFill>
                <a:latin typeface="Inter"/>
                <a:ea typeface="Inter"/>
                <a:cs typeface="Inter"/>
              </a:defRPr>
            </a:lvl5pPr>
            <a:lvl6pPr>
              <a:buNone/>
              <a:defRPr sz="1500" b="0">
                <a:solidFill>
                  <a:srgbClr val="A6A8FF"/>
                </a:solidFill>
                <a:latin typeface="Inter"/>
                <a:ea typeface="Inter"/>
                <a:cs typeface="Inter"/>
              </a:defRPr>
            </a:lvl6pPr>
            <a:lvl7pPr>
              <a:buNone/>
              <a:defRPr sz="1500" b="0">
                <a:solidFill>
                  <a:srgbClr val="A6A8FF"/>
                </a:solidFill>
                <a:latin typeface="Inter"/>
                <a:ea typeface="Inter"/>
                <a:cs typeface="Inter"/>
              </a:defRPr>
            </a:lvl7pPr>
            <a:lvl8pPr>
              <a:buNone/>
              <a:defRPr sz="1500" b="0">
                <a:solidFill>
                  <a:srgbClr val="A6A8FF"/>
                </a:solidFill>
                <a:latin typeface="Inter"/>
                <a:ea typeface="Inter"/>
                <a:cs typeface="Inter"/>
              </a:defRPr>
            </a:lvl8pPr>
            <a:lvl9pPr>
              <a:buNone/>
              <a:defRPr sz="1500" b="0">
                <a:solidFill>
                  <a:srgbClr val="A6A8FF"/>
                </a:solidFill>
                <a:latin typeface="Inter"/>
                <a:ea typeface="Inter"/>
                <a:cs typeface="Inter"/>
              </a:defRPr>
            </a:lvl9pPr>
          </a:lstStyle>
          <a:p xmlns:a="http://schemas.openxmlformats.org/drawingml/2006/main">
            <a:pPr>
              <a:buNone/>
              <a:defRPr sz="1500" b="0">
                <a:solidFill>
                  <a:srgbClr val="A6A8FF"/>
                </a:solidFill>
                <a:latin typeface="Inter"/>
                <a:ea typeface="Inter"/>
                <a:cs typeface="Inter"/>
              </a:defRPr>
            </a:pPr>
            <a:r>
              <a:rPr sz="1500" b="0">
                <a:solidFill>
                  <a:srgbClr val="A6A8FF"/>
                </a:solidFill>
                <a:latin typeface="Inter"/>
                <a:ea typeface="Inter"/>
                <a:cs typeface="Inter"/>
                <a:hlinkClick xmlns:r="http://schemas.openxmlformats.org/officeDocument/2006/relationships" r:id="Rab2a88b1d08746a5"/>
              </a:rPr>
              <a:t>2fbWQ6ws2…BcPJLE3</a:t>
            </a:r>
          </a:p>
        </p:txBody>
      </p:sp>
      <p:sp>
        <p:nvSpPr>
          <p:cNvPr id="7" name="Finalized · no error">
            <a:extLst xmlns:a="http://schemas.openxmlformats.org/drawingml/2006/main">
              <a:ext uri="{FF2B5EF4-FFF2-40B4-BE49-F238E27FC236}">
                <a16:creationId xmlns:a16="http://schemas.microsoft.com/office/drawing/2014/main" id="{55473F27-66C8-4A8D-8401-87B2CD59DF82}"/>
              </a:ext>
            </a:extLst>
          </p:cNvPr>
          <p:cNvSpPr>
            <a:spLocks xmlns:a="http://schemas.openxmlformats.org/drawingml/2006/main" noGrp="1"/>
          </p:cNvSpPr>
          <p:nvPr/>
        </p:nvSpPr>
        <p:spPr>
          <a:xfrm xmlns:a="http://schemas.openxmlformats.org/drawingml/2006/main">
            <a:off x="762000" y="5514975"/>
            <a:ext cx="32099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575" b="0">
                <a:solidFill>
                  <a:srgbClr val="79D9BD"/>
                </a:solidFill>
                <a:latin typeface="Inter"/>
                <a:ea typeface="Inter"/>
                <a:cs typeface="Inter"/>
              </a:defRPr>
            </a:defPPr>
            <a:lvl1pPr>
              <a:buNone/>
              <a:defRPr sz="1575" b="0">
                <a:solidFill>
                  <a:srgbClr val="79D9BD"/>
                </a:solidFill>
                <a:latin typeface="Inter"/>
                <a:ea typeface="Inter"/>
                <a:cs typeface="Inter"/>
              </a:defRPr>
            </a:lvl1pPr>
            <a:lvl2pPr>
              <a:buNone/>
              <a:defRPr sz="1575" b="0">
                <a:solidFill>
                  <a:srgbClr val="79D9BD"/>
                </a:solidFill>
                <a:latin typeface="Inter"/>
                <a:ea typeface="Inter"/>
                <a:cs typeface="Inter"/>
              </a:defRPr>
            </a:lvl2pPr>
            <a:lvl3pPr>
              <a:buNone/>
              <a:defRPr sz="1575" b="0">
                <a:solidFill>
                  <a:srgbClr val="79D9BD"/>
                </a:solidFill>
                <a:latin typeface="Inter"/>
                <a:ea typeface="Inter"/>
                <a:cs typeface="Inter"/>
              </a:defRPr>
            </a:lvl3pPr>
            <a:lvl4pPr>
              <a:buNone/>
              <a:defRPr sz="1575" b="0">
                <a:solidFill>
                  <a:srgbClr val="79D9BD"/>
                </a:solidFill>
                <a:latin typeface="Inter"/>
                <a:ea typeface="Inter"/>
                <a:cs typeface="Inter"/>
              </a:defRPr>
            </a:lvl4pPr>
            <a:lvl5pPr>
              <a:buNone/>
              <a:defRPr sz="1575" b="0">
                <a:solidFill>
                  <a:srgbClr val="79D9BD"/>
                </a:solidFill>
                <a:latin typeface="Inter"/>
                <a:ea typeface="Inter"/>
                <a:cs typeface="Inter"/>
              </a:defRPr>
            </a:lvl5pPr>
            <a:lvl6pPr>
              <a:buNone/>
              <a:defRPr sz="1575" b="0">
                <a:solidFill>
                  <a:srgbClr val="79D9BD"/>
                </a:solidFill>
                <a:latin typeface="Inter"/>
                <a:ea typeface="Inter"/>
                <a:cs typeface="Inter"/>
              </a:defRPr>
            </a:lvl6pPr>
            <a:lvl7pPr>
              <a:buNone/>
              <a:defRPr sz="1575" b="0">
                <a:solidFill>
                  <a:srgbClr val="79D9BD"/>
                </a:solidFill>
                <a:latin typeface="Inter"/>
                <a:ea typeface="Inter"/>
                <a:cs typeface="Inter"/>
              </a:defRPr>
            </a:lvl7pPr>
            <a:lvl8pPr>
              <a:buNone/>
              <a:defRPr sz="1575" b="0">
                <a:solidFill>
                  <a:srgbClr val="79D9BD"/>
                </a:solidFill>
                <a:latin typeface="Inter"/>
                <a:ea typeface="Inter"/>
                <a:cs typeface="Inter"/>
              </a:defRPr>
            </a:lvl8pPr>
            <a:lvl9pPr>
              <a:buNone/>
              <a:defRPr sz="1575" b="0">
                <a:solidFill>
                  <a:srgbClr val="79D9BD"/>
                </a:solidFill>
                <a:latin typeface="Inter"/>
                <a:ea typeface="Inter"/>
                <a:cs typeface="Inter"/>
              </a:defRPr>
            </a:lvl9pPr>
          </a:lstStyle>
          <a:p xmlns:a="http://schemas.openxmlformats.org/drawingml/2006/main">
            <a:pPr>
              <a:buNone/>
              <a:defRPr sz="1575" b="0">
                <a:solidFill>
                  <a:srgbClr val="79D9BD"/>
                </a:solidFill>
                <a:latin typeface="Inter"/>
                <a:ea typeface="Inter"/>
                <a:cs typeface="Inter"/>
              </a:defRPr>
            </a:pPr>
            <a:r>
              <a:rPr sz="1575" b="0">
                <a:solidFill>
                  <a:srgbClr val="79D9BD"/>
                </a:solidFill>
                <a:latin typeface="Inter"/>
                <a:ea typeface="Inter"/>
                <a:cs typeface="Inter"/>
              </a:rPr>
              <a:t>Finalized · no error</a:t>
            </a:r>
          </a:p>
        </p:txBody>
      </p:sp>
      <p:sp>
        <p:nvSpPr>
          <p:cNvPr id="8" name="">
            <a:extLst xmlns:a="http://schemas.openxmlformats.org/drawingml/2006/main">
              <a:ext uri="{FF2B5EF4-FFF2-40B4-BE49-F238E27FC236}">
                <a16:creationId xmlns:a16="http://schemas.microsoft.com/office/drawing/2014/main" id="{0F274408-33B9-4FF5-9429-CAA78A475253}"/>
              </a:ext>
            </a:extLst>
          </p:cNvPr>
          <p:cNvSpPr>
            <a:spLocks xmlns:a="http://schemas.openxmlformats.org/drawingml/2006/main" noGrp="1"/>
          </p:cNvSpPr>
          <p:nvPr/>
        </p:nvSpPr>
        <p:spPr>
          <a:xfrm xmlns:a="http://schemas.openxmlformats.org/drawingml/2006/main">
            <a:off x="4343400" y="1524000"/>
            <a:ext cx="3505200" cy="4295775"/>
          </a:xfrm>
          <a:prstGeom xmlns:a="http://schemas.openxmlformats.org/drawingml/2006/main" prst="roundRect">
            <a:avLst>
              <a:gd name="adj" fmla="val 4348"/>
            </a:avLst>
          </a:prstGeom>
          <a:solidFill xmlns:a="http://schemas.openxmlformats.org/drawingml/2006/main">
            <a:srgbClr val="1B1D26"/>
          </a:solidFill>
          <a:ln xmlns:a="http://schemas.openxmlformats.org/drawingml/2006/main" w="9525">
            <a:solidFill>
              <a:srgbClr val="343745"/>
            </a:solidFill>
          </a:ln>
        </p:spPr>
      </p:sp>
      <p:sp>
        <p:nvSpPr>
          <p:cNvPr id="9" name="x402 merchant payment">
            <a:extLst xmlns:a="http://schemas.openxmlformats.org/drawingml/2006/main">
              <a:ext uri="{FF2B5EF4-FFF2-40B4-BE49-F238E27FC236}">
                <a16:creationId xmlns:a16="http://schemas.microsoft.com/office/drawing/2014/main" id="{1324F60C-D8B9-4B2C-A18E-5CB226BD2A8B}"/>
              </a:ext>
            </a:extLst>
          </p:cNvPr>
          <p:cNvSpPr>
            <a:spLocks xmlns:a="http://schemas.openxmlformats.org/drawingml/2006/main" noGrp="1"/>
          </p:cNvSpPr>
          <p:nvPr/>
        </p:nvSpPr>
        <p:spPr>
          <a:xfrm xmlns:a="http://schemas.openxmlformats.org/drawingml/2006/main">
            <a:off x="4495800" y="1724025"/>
            <a:ext cx="32099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950" b="1">
                <a:solidFill>
                  <a:srgbClr val="F3F2F7"/>
                </a:solidFill>
                <a:latin typeface="Space Grotesk"/>
                <a:ea typeface="Space Grotesk"/>
                <a:cs typeface="Space Grotesk"/>
              </a:defRPr>
            </a:defPPr>
            <a:lvl1pPr>
              <a:buNone/>
              <a:defRPr sz="1950" b="1">
                <a:solidFill>
                  <a:srgbClr val="F3F2F7"/>
                </a:solidFill>
                <a:latin typeface="Space Grotesk"/>
                <a:ea typeface="Space Grotesk"/>
                <a:cs typeface="Space Grotesk"/>
              </a:defRPr>
            </a:lvl1pPr>
            <a:lvl2pPr>
              <a:buNone/>
              <a:defRPr sz="1950" b="1">
                <a:solidFill>
                  <a:srgbClr val="F3F2F7"/>
                </a:solidFill>
                <a:latin typeface="Space Grotesk"/>
                <a:ea typeface="Space Grotesk"/>
                <a:cs typeface="Space Grotesk"/>
              </a:defRPr>
            </a:lvl2pPr>
            <a:lvl3pPr>
              <a:buNone/>
              <a:defRPr sz="1950" b="1">
                <a:solidFill>
                  <a:srgbClr val="F3F2F7"/>
                </a:solidFill>
                <a:latin typeface="Space Grotesk"/>
                <a:ea typeface="Space Grotesk"/>
                <a:cs typeface="Space Grotesk"/>
              </a:defRPr>
            </a:lvl3pPr>
            <a:lvl4pPr>
              <a:buNone/>
              <a:defRPr sz="1950" b="1">
                <a:solidFill>
                  <a:srgbClr val="F3F2F7"/>
                </a:solidFill>
                <a:latin typeface="Space Grotesk"/>
                <a:ea typeface="Space Grotesk"/>
                <a:cs typeface="Space Grotesk"/>
              </a:defRPr>
            </a:lvl4pPr>
            <a:lvl5pPr>
              <a:buNone/>
              <a:defRPr sz="1950" b="1">
                <a:solidFill>
                  <a:srgbClr val="F3F2F7"/>
                </a:solidFill>
                <a:latin typeface="Space Grotesk"/>
                <a:ea typeface="Space Grotesk"/>
                <a:cs typeface="Space Grotesk"/>
              </a:defRPr>
            </a:lvl5pPr>
            <a:lvl6pPr>
              <a:buNone/>
              <a:defRPr sz="1950" b="1">
                <a:solidFill>
                  <a:srgbClr val="F3F2F7"/>
                </a:solidFill>
                <a:latin typeface="Space Grotesk"/>
                <a:ea typeface="Space Grotesk"/>
                <a:cs typeface="Space Grotesk"/>
              </a:defRPr>
            </a:lvl6pPr>
            <a:lvl7pPr>
              <a:buNone/>
              <a:defRPr sz="1950" b="1">
                <a:solidFill>
                  <a:srgbClr val="F3F2F7"/>
                </a:solidFill>
                <a:latin typeface="Space Grotesk"/>
                <a:ea typeface="Space Grotesk"/>
                <a:cs typeface="Space Grotesk"/>
              </a:defRPr>
            </a:lvl7pPr>
            <a:lvl8pPr>
              <a:buNone/>
              <a:defRPr sz="1950" b="1">
                <a:solidFill>
                  <a:srgbClr val="F3F2F7"/>
                </a:solidFill>
                <a:latin typeface="Space Grotesk"/>
                <a:ea typeface="Space Grotesk"/>
                <a:cs typeface="Space Grotesk"/>
              </a:defRPr>
            </a:lvl8pPr>
            <a:lvl9pPr>
              <a:buNone/>
              <a:defRPr sz="1950" b="1">
                <a:solidFill>
                  <a:srgbClr val="F3F2F7"/>
                </a:solidFill>
                <a:latin typeface="Space Grotesk"/>
                <a:ea typeface="Space Grotesk"/>
                <a:cs typeface="Space Grotesk"/>
              </a:defRPr>
            </a:lvl9pPr>
          </a:lstStyle>
          <a:p xmlns:a="http://schemas.openxmlformats.org/drawingml/2006/main">
            <a:pPr>
              <a:buNone/>
              <a:defRPr sz="1950" b="1">
                <a:solidFill>
                  <a:srgbClr val="F3F2F7"/>
                </a:solidFill>
                <a:latin typeface="Space Grotesk"/>
                <a:ea typeface="Space Grotesk"/>
                <a:cs typeface="Space Grotesk"/>
              </a:defRPr>
            </a:pPr>
            <a:r>
              <a:rPr sz="1950" b="1">
                <a:solidFill>
                  <a:srgbClr val="F3F2F7"/>
                </a:solidFill>
                <a:latin typeface="Space Grotesk"/>
                <a:ea typeface="Space Grotesk"/>
                <a:cs typeface="Space Grotesk"/>
              </a:rPr>
              <a:t>x402 merchant payment</a:t>
            </a:r>
          </a:p>
        </p:txBody>
      </p:sp>
      <p:sp>
        <p:nvSpPr>
          <p:cNvPr id="10" name="0.01 devnet USDC">
            <a:extLst xmlns:a="http://schemas.openxmlformats.org/drawingml/2006/main">
              <a:ext uri="{FF2B5EF4-FFF2-40B4-BE49-F238E27FC236}">
                <a16:creationId xmlns:a16="http://schemas.microsoft.com/office/drawing/2014/main" id="{2F096800-6C3A-4AD6-BD23-64945CAF9D7B}"/>
              </a:ext>
            </a:extLst>
          </p:cNvPr>
          <p:cNvSpPr>
            <a:spLocks xmlns:a="http://schemas.openxmlformats.org/drawingml/2006/main" noGrp="1"/>
          </p:cNvSpPr>
          <p:nvPr/>
        </p:nvSpPr>
        <p:spPr>
          <a:xfrm xmlns:a="http://schemas.openxmlformats.org/drawingml/2006/main">
            <a:off x="4495800" y="2238375"/>
            <a:ext cx="3209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A6A8FF"/>
                </a:solidFill>
                <a:latin typeface="Inter"/>
                <a:ea typeface="Inter"/>
                <a:cs typeface="Inter"/>
              </a:defRPr>
            </a:defPPr>
            <a:lvl1pPr>
              <a:buNone/>
              <a:defRPr sz="1800" b="0">
                <a:solidFill>
                  <a:srgbClr val="A6A8FF"/>
                </a:solidFill>
                <a:latin typeface="Inter"/>
                <a:ea typeface="Inter"/>
                <a:cs typeface="Inter"/>
              </a:defRPr>
            </a:lvl1pPr>
            <a:lvl2pPr>
              <a:buNone/>
              <a:defRPr sz="1800" b="0">
                <a:solidFill>
                  <a:srgbClr val="A6A8FF"/>
                </a:solidFill>
                <a:latin typeface="Inter"/>
                <a:ea typeface="Inter"/>
                <a:cs typeface="Inter"/>
              </a:defRPr>
            </a:lvl2pPr>
            <a:lvl3pPr>
              <a:buNone/>
              <a:defRPr sz="1800" b="0">
                <a:solidFill>
                  <a:srgbClr val="A6A8FF"/>
                </a:solidFill>
                <a:latin typeface="Inter"/>
                <a:ea typeface="Inter"/>
                <a:cs typeface="Inter"/>
              </a:defRPr>
            </a:lvl3pPr>
            <a:lvl4pPr>
              <a:buNone/>
              <a:defRPr sz="1800" b="0">
                <a:solidFill>
                  <a:srgbClr val="A6A8FF"/>
                </a:solidFill>
                <a:latin typeface="Inter"/>
                <a:ea typeface="Inter"/>
                <a:cs typeface="Inter"/>
              </a:defRPr>
            </a:lvl4pPr>
            <a:lvl5pPr>
              <a:buNone/>
              <a:defRPr sz="1800" b="0">
                <a:solidFill>
                  <a:srgbClr val="A6A8FF"/>
                </a:solidFill>
                <a:latin typeface="Inter"/>
                <a:ea typeface="Inter"/>
                <a:cs typeface="Inter"/>
              </a:defRPr>
            </a:lvl5pPr>
            <a:lvl6pPr>
              <a:buNone/>
              <a:defRPr sz="1800" b="0">
                <a:solidFill>
                  <a:srgbClr val="A6A8FF"/>
                </a:solidFill>
                <a:latin typeface="Inter"/>
                <a:ea typeface="Inter"/>
                <a:cs typeface="Inter"/>
              </a:defRPr>
            </a:lvl6pPr>
            <a:lvl7pPr>
              <a:buNone/>
              <a:defRPr sz="1800" b="0">
                <a:solidFill>
                  <a:srgbClr val="A6A8FF"/>
                </a:solidFill>
                <a:latin typeface="Inter"/>
                <a:ea typeface="Inter"/>
                <a:cs typeface="Inter"/>
              </a:defRPr>
            </a:lvl7pPr>
            <a:lvl8pPr>
              <a:buNone/>
              <a:defRPr sz="1800" b="0">
                <a:solidFill>
                  <a:srgbClr val="A6A8FF"/>
                </a:solidFill>
                <a:latin typeface="Inter"/>
                <a:ea typeface="Inter"/>
                <a:cs typeface="Inter"/>
              </a:defRPr>
            </a:lvl8pPr>
            <a:lvl9pPr>
              <a:buNone/>
              <a:defRPr sz="1800" b="0">
                <a:solidFill>
                  <a:srgbClr val="A6A8FF"/>
                </a:solidFill>
                <a:latin typeface="Inter"/>
                <a:ea typeface="Inter"/>
                <a:cs typeface="Inter"/>
              </a:defRPr>
            </a:lvl9pPr>
          </a:lstStyle>
          <a:p xmlns:a="http://schemas.openxmlformats.org/drawingml/2006/main">
            <a:pPr>
              <a:buNone/>
              <a:defRPr sz="1800" b="0">
                <a:solidFill>
                  <a:srgbClr val="A6A8FF"/>
                </a:solidFill>
                <a:latin typeface="Inter"/>
                <a:ea typeface="Inter"/>
                <a:cs typeface="Inter"/>
              </a:defRPr>
            </a:pPr>
            <a:r>
              <a:rPr sz="1800" b="0">
                <a:solidFill>
                  <a:srgbClr val="A6A8FF"/>
                </a:solidFill>
                <a:latin typeface="Inter"/>
                <a:ea typeface="Inter"/>
                <a:cs typeface="Inter"/>
              </a:rPr>
              <a:t>0.01 devnet USDC</a:t>
            </a:r>
          </a:p>
        </p:txBody>
      </p:sp>
      <p:pic>
        <p:nvPicPr>
          <p:cNvPr id="11" name="">
            <a:extLst xmlns:a="http://schemas.openxmlformats.org/drawingml/2006/main">
              <a:ext uri="{FF2B5EF4-FFF2-40B4-BE49-F238E27FC236}">
                <a16:creationId xmlns:a16="http://schemas.microsoft.com/office/drawing/2014/main" id="{D233219D-4965-41B2-832E-A5B5F1C16E6F}"/>
              </a:ext>
            </a:extLst>
          </p:cNvPr>
          <p:cNvPicPr>
            <a:picLocks xmlns:a="http://schemas.openxmlformats.org/drawingml/2006/main" noChangeAspect="1"/>
          </p:cNvPicPr>
          <p:nvPr/>
        </p:nvPicPr>
        <p:blipFill>
          <a:blip xmlns:r="http://schemas.openxmlformats.org/officeDocument/2006/relationships" xmlns:a="http://schemas.openxmlformats.org/drawingml/2006/main" r:embed="R351c6cbc73394e64"/>
          <a:stretch xmlns:a="http://schemas.openxmlformats.org/drawingml/2006/main"/>
        </p:blipFill>
        <p:spPr>
          <a:xfrm xmlns:a="http://schemas.openxmlformats.org/drawingml/2006/main">
            <a:off x="4647640" y="2714625"/>
            <a:ext cx="2896721" cy="2238375"/>
          </a:xfrm>
          <a:prstGeom xmlns:a="http://schemas.openxmlformats.org/drawingml/2006/main" prst="rect">
            <a:avLst/>
          </a:prstGeom>
        </p:spPr>
      </p:pic>
      <p:sp>
        <p:nvSpPr>
          <p:cNvPr id="12" name="3mChKemwT…WLJWReA">
            <a:extLst xmlns:a="http://schemas.openxmlformats.org/drawingml/2006/main">
              <a:ext uri="{FF2B5EF4-FFF2-40B4-BE49-F238E27FC236}">
                <a16:creationId xmlns:a16="http://schemas.microsoft.com/office/drawing/2014/main" id="{6D1D9667-9B49-4B5D-B1F6-9A0F0F20836E}"/>
              </a:ext>
            </a:extLst>
          </p:cNvPr>
          <p:cNvSpPr>
            <a:spLocks xmlns:a="http://schemas.openxmlformats.org/drawingml/2006/main" noGrp="1"/>
          </p:cNvSpPr>
          <p:nvPr/>
        </p:nvSpPr>
        <p:spPr>
          <a:xfrm xmlns:a="http://schemas.openxmlformats.org/drawingml/2006/main">
            <a:off x="4495800" y="5105400"/>
            <a:ext cx="32004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500" b="0">
                <a:solidFill>
                  <a:srgbClr val="A6A8FF"/>
                </a:solidFill>
                <a:latin typeface="Inter"/>
                <a:ea typeface="Inter"/>
                <a:cs typeface="Inter"/>
              </a:defRPr>
            </a:defPPr>
            <a:lvl1pPr>
              <a:buNone/>
              <a:defRPr sz="1500" b="0">
                <a:solidFill>
                  <a:srgbClr val="A6A8FF"/>
                </a:solidFill>
                <a:latin typeface="Inter"/>
                <a:ea typeface="Inter"/>
                <a:cs typeface="Inter"/>
              </a:defRPr>
            </a:lvl1pPr>
            <a:lvl2pPr>
              <a:buNone/>
              <a:defRPr sz="1500" b="0">
                <a:solidFill>
                  <a:srgbClr val="A6A8FF"/>
                </a:solidFill>
                <a:latin typeface="Inter"/>
                <a:ea typeface="Inter"/>
                <a:cs typeface="Inter"/>
              </a:defRPr>
            </a:lvl2pPr>
            <a:lvl3pPr>
              <a:buNone/>
              <a:defRPr sz="1500" b="0">
                <a:solidFill>
                  <a:srgbClr val="A6A8FF"/>
                </a:solidFill>
                <a:latin typeface="Inter"/>
                <a:ea typeface="Inter"/>
                <a:cs typeface="Inter"/>
              </a:defRPr>
            </a:lvl3pPr>
            <a:lvl4pPr>
              <a:buNone/>
              <a:defRPr sz="1500" b="0">
                <a:solidFill>
                  <a:srgbClr val="A6A8FF"/>
                </a:solidFill>
                <a:latin typeface="Inter"/>
                <a:ea typeface="Inter"/>
                <a:cs typeface="Inter"/>
              </a:defRPr>
            </a:lvl4pPr>
            <a:lvl5pPr>
              <a:buNone/>
              <a:defRPr sz="1500" b="0">
                <a:solidFill>
                  <a:srgbClr val="A6A8FF"/>
                </a:solidFill>
                <a:latin typeface="Inter"/>
                <a:ea typeface="Inter"/>
                <a:cs typeface="Inter"/>
              </a:defRPr>
            </a:lvl5pPr>
            <a:lvl6pPr>
              <a:buNone/>
              <a:defRPr sz="1500" b="0">
                <a:solidFill>
                  <a:srgbClr val="A6A8FF"/>
                </a:solidFill>
                <a:latin typeface="Inter"/>
                <a:ea typeface="Inter"/>
                <a:cs typeface="Inter"/>
              </a:defRPr>
            </a:lvl6pPr>
            <a:lvl7pPr>
              <a:buNone/>
              <a:defRPr sz="1500" b="0">
                <a:solidFill>
                  <a:srgbClr val="A6A8FF"/>
                </a:solidFill>
                <a:latin typeface="Inter"/>
                <a:ea typeface="Inter"/>
                <a:cs typeface="Inter"/>
              </a:defRPr>
            </a:lvl7pPr>
            <a:lvl8pPr>
              <a:buNone/>
              <a:defRPr sz="1500" b="0">
                <a:solidFill>
                  <a:srgbClr val="A6A8FF"/>
                </a:solidFill>
                <a:latin typeface="Inter"/>
                <a:ea typeface="Inter"/>
                <a:cs typeface="Inter"/>
              </a:defRPr>
            </a:lvl8pPr>
            <a:lvl9pPr>
              <a:buNone/>
              <a:defRPr sz="1500" b="0">
                <a:solidFill>
                  <a:srgbClr val="A6A8FF"/>
                </a:solidFill>
                <a:latin typeface="Inter"/>
                <a:ea typeface="Inter"/>
                <a:cs typeface="Inter"/>
              </a:defRPr>
            </a:lvl9pPr>
          </a:lstStyle>
          <a:p xmlns:a="http://schemas.openxmlformats.org/drawingml/2006/main">
            <a:pPr>
              <a:buNone/>
              <a:defRPr sz="1500" b="0">
                <a:solidFill>
                  <a:srgbClr val="A6A8FF"/>
                </a:solidFill>
                <a:latin typeface="Inter"/>
                <a:ea typeface="Inter"/>
                <a:cs typeface="Inter"/>
              </a:defRPr>
            </a:pPr>
            <a:r>
              <a:rPr sz="1500" b="0">
                <a:solidFill>
                  <a:srgbClr val="A6A8FF"/>
                </a:solidFill>
                <a:latin typeface="Inter"/>
                <a:ea typeface="Inter"/>
                <a:cs typeface="Inter"/>
                <a:hlinkClick xmlns:r="http://schemas.openxmlformats.org/officeDocument/2006/relationships" r:id="R9804923ef81e49cf"/>
              </a:rPr>
              <a:t>3mChKemwT…WLJWReA</a:t>
            </a:r>
          </a:p>
        </p:txBody>
      </p:sp>
      <p:sp>
        <p:nvSpPr>
          <p:cNvPr id="13" name="Finalized · no error">
            <a:extLst xmlns:a="http://schemas.openxmlformats.org/drawingml/2006/main">
              <a:ext uri="{FF2B5EF4-FFF2-40B4-BE49-F238E27FC236}">
                <a16:creationId xmlns:a16="http://schemas.microsoft.com/office/drawing/2014/main" id="{C2F9BEAA-B8A7-4D5F-94A3-71C8E6CE6E8F}"/>
              </a:ext>
            </a:extLst>
          </p:cNvPr>
          <p:cNvSpPr>
            <a:spLocks xmlns:a="http://schemas.openxmlformats.org/drawingml/2006/main" noGrp="1"/>
          </p:cNvSpPr>
          <p:nvPr/>
        </p:nvSpPr>
        <p:spPr>
          <a:xfrm xmlns:a="http://schemas.openxmlformats.org/drawingml/2006/main">
            <a:off x="4495800" y="5514975"/>
            <a:ext cx="32099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575" b="0">
                <a:solidFill>
                  <a:srgbClr val="79D9BD"/>
                </a:solidFill>
                <a:latin typeface="Inter"/>
                <a:ea typeface="Inter"/>
                <a:cs typeface="Inter"/>
              </a:defRPr>
            </a:defPPr>
            <a:lvl1pPr>
              <a:buNone/>
              <a:defRPr sz="1575" b="0">
                <a:solidFill>
                  <a:srgbClr val="79D9BD"/>
                </a:solidFill>
                <a:latin typeface="Inter"/>
                <a:ea typeface="Inter"/>
                <a:cs typeface="Inter"/>
              </a:defRPr>
            </a:lvl1pPr>
            <a:lvl2pPr>
              <a:buNone/>
              <a:defRPr sz="1575" b="0">
                <a:solidFill>
                  <a:srgbClr val="79D9BD"/>
                </a:solidFill>
                <a:latin typeface="Inter"/>
                <a:ea typeface="Inter"/>
                <a:cs typeface="Inter"/>
              </a:defRPr>
            </a:lvl2pPr>
            <a:lvl3pPr>
              <a:buNone/>
              <a:defRPr sz="1575" b="0">
                <a:solidFill>
                  <a:srgbClr val="79D9BD"/>
                </a:solidFill>
                <a:latin typeface="Inter"/>
                <a:ea typeface="Inter"/>
                <a:cs typeface="Inter"/>
              </a:defRPr>
            </a:lvl3pPr>
            <a:lvl4pPr>
              <a:buNone/>
              <a:defRPr sz="1575" b="0">
                <a:solidFill>
                  <a:srgbClr val="79D9BD"/>
                </a:solidFill>
                <a:latin typeface="Inter"/>
                <a:ea typeface="Inter"/>
                <a:cs typeface="Inter"/>
              </a:defRPr>
            </a:lvl4pPr>
            <a:lvl5pPr>
              <a:buNone/>
              <a:defRPr sz="1575" b="0">
                <a:solidFill>
                  <a:srgbClr val="79D9BD"/>
                </a:solidFill>
                <a:latin typeface="Inter"/>
                <a:ea typeface="Inter"/>
                <a:cs typeface="Inter"/>
              </a:defRPr>
            </a:lvl5pPr>
            <a:lvl6pPr>
              <a:buNone/>
              <a:defRPr sz="1575" b="0">
                <a:solidFill>
                  <a:srgbClr val="79D9BD"/>
                </a:solidFill>
                <a:latin typeface="Inter"/>
                <a:ea typeface="Inter"/>
                <a:cs typeface="Inter"/>
              </a:defRPr>
            </a:lvl6pPr>
            <a:lvl7pPr>
              <a:buNone/>
              <a:defRPr sz="1575" b="0">
                <a:solidFill>
                  <a:srgbClr val="79D9BD"/>
                </a:solidFill>
                <a:latin typeface="Inter"/>
                <a:ea typeface="Inter"/>
                <a:cs typeface="Inter"/>
              </a:defRPr>
            </a:lvl7pPr>
            <a:lvl8pPr>
              <a:buNone/>
              <a:defRPr sz="1575" b="0">
                <a:solidFill>
                  <a:srgbClr val="79D9BD"/>
                </a:solidFill>
                <a:latin typeface="Inter"/>
                <a:ea typeface="Inter"/>
                <a:cs typeface="Inter"/>
              </a:defRPr>
            </a:lvl8pPr>
            <a:lvl9pPr>
              <a:buNone/>
              <a:defRPr sz="1575" b="0">
                <a:solidFill>
                  <a:srgbClr val="79D9BD"/>
                </a:solidFill>
                <a:latin typeface="Inter"/>
                <a:ea typeface="Inter"/>
                <a:cs typeface="Inter"/>
              </a:defRPr>
            </a:lvl9pPr>
          </a:lstStyle>
          <a:p xmlns:a="http://schemas.openxmlformats.org/drawingml/2006/main">
            <a:pPr>
              <a:buNone/>
              <a:defRPr sz="1575" b="0">
                <a:solidFill>
                  <a:srgbClr val="79D9BD"/>
                </a:solidFill>
                <a:latin typeface="Inter"/>
                <a:ea typeface="Inter"/>
                <a:cs typeface="Inter"/>
              </a:defRPr>
            </a:pPr>
            <a:r>
              <a:rPr sz="1575" b="0">
                <a:solidFill>
                  <a:srgbClr val="79D9BD"/>
                </a:solidFill>
                <a:latin typeface="Inter"/>
                <a:ea typeface="Inter"/>
                <a:cs typeface="Inter"/>
              </a:rPr>
              <a:t>Finalized · no error</a:t>
            </a:r>
          </a:p>
        </p:txBody>
      </p:sp>
      <p:sp>
        <p:nvSpPr>
          <p:cNvPr id="14" name="">
            <a:extLst xmlns:a="http://schemas.openxmlformats.org/drawingml/2006/main">
              <a:ext uri="{FF2B5EF4-FFF2-40B4-BE49-F238E27FC236}">
                <a16:creationId xmlns:a16="http://schemas.microsoft.com/office/drawing/2014/main" id="{43B5755D-52A8-4272-B369-3960A5D54A16}"/>
              </a:ext>
            </a:extLst>
          </p:cNvPr>
          <p:cNvSpPr>
            <a:spLocks xmlns:a="http://schemas.openxmlformats.org/drawingml/2006/main" noGrp="1"/>
          </p:cNvSpPr>
          <p:nvPr/>
        </p:nvSpPr>
        <p:spPr>
          <a:xfrm xmlns:a="http://schemas.openxmlformats.org/drawingml/2006/main">
            <a:off x="8077200" y="1524000"/>
            <a:ext cx="3505200" cy="4295775"/>
          </a:xfrm>
          <a:prstGeom xmlns:a="http://schemas.openxmlformats.org/drawingml/2006/main" prst="roundRect">
            <a:avLst>
              <a:gd name="adj" fmla="val 4348"/>
            </a:avLst>
          </a:prstGeom>
          <a:solidFill xmlns:a="http://schemas.openxmlformats.org/drawingml/2006/main">
            <a:srgbClr val="1B1D26"/>
          </a:solidFill>
          <a:ln xmlns:a="http://schemas.openxmlformats.org/drawingml/2006/main" w="9525">
            <a:solidFill>
              <a:srgbClr val="343745"/>
            </a:solidFill>
          </a:ln>
        </p:spPr>
      </p:sp>
      <p:sp>
        <p:nvSpPr>
          <p:cNvPr id="15" name="Owner withdrawal">
            <a:extLst xmlns:a="http://schemas.openxmlformats.org/drawingml/2006/main">
              <a:ext uri="{FF2B5EF4-FFF2-40B4-BE49-F238E27FC236}">
                <a16:creationId xmlns:a16="http://schemas.microsoft.com/office/drawing/2014/main" id="{EB1D0065-1B98-4901-8C5A-306AFDE4A115}"/>
              </a:ext>
            </a:extLst>
          </p:cNvPr>
          <p:cNvSpPr>
            <a:spLocks xmlns:a="http://schemas.openxmlformats.org/drawingml/2006/main" noGrp="1"/>
          </p:cNvSpPr>
          <p:nvPr/>
        </p:nvSpPr>
        <p:spPr>
          <a:xfrm xmlns:a="http://schemas.openxmlformats.org/drawingml/2006/main">
            <a:off x="8229600" y="1724025"/>
            <a:ext cx="32099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950" b="1">
                <a:solidFill>
                  <a:srgbClr val="F3F2F7"/>
                </a:solidFill>
                <a:latin typeface="Space Grotesk"/>
                <a:ea typeface="Space Grotesk"/>
                <a:cs typeface="Space Grotesk"/>
              </a:defRPr>
            </a:defPPr>
            <a:lvl1pPr>
              <a:buNone/>
              <a:defRPr sz="1950" b="1">
                <a:solidFill>
                  <a:srgbClr val="F3F2F7"/>
                </a:solidFill>
                <a:latin typeface="Space Grotesk"/>
                <a:ea typeface="Space Grotesk"/>
                <a:cs typeface="Space Grotesk"/>
              </a:defRPr>
            </a:lvl1pPr>
            <a:lvl2pPr>
              <a:buNone/>
              <a:defRPr sz="1950" b="1">
                <a:solidFill>
                  <a:srgbClr val="F3F2F7"/>
                </a:solidFill>
                <a:latin typeface="Space Grotesk"/>
                <a:ea typeface="Space Grotesk"/>
                <a:cs typeface="Space Grotesk"/>
              </a:defRPr>
            </a:lvl2pPr>
            <a:lvl3pPr>
              <a:buNone/>
              <a:defRPr sz="1950" b="1">
                <a:solidFill>
                  <a:srgbClr val="F3F2F7"/>
                </a:solidFill>
                <a:latin typeface="Space Grotesk"/>
                <a:ea typeface="Space Grotesk"/>
                <a:cs typeface="Space Grotesk"/>
              </a:defRPr>
            </a:lvl3pPr>
            <a:lvl4pPr>
              <a:buNone/>
              <a:defRPr sz="1950" b="1">
                <a:solidFill>
                  <a:srgbClr val="F3F2F7"/>
                </a:solidFill>
                <a:latin typeface="Space Grotesk"/>
                <a:ea typeface="Space Grotesk"/>
                <a:cs typeface="Space Grotesk"/>
              </a:defRPr>
            </a:lvl4pPr>
            <a:lvl5pPr>
              <a:buNone/>
              <a:defRPr sz="1950" b="1">
                <a:solidFill>
                  <a:srgbClr val="F3F2F7"/>
                </a:solidFill>
                <a:latin typeface="Space Grotesk"/>
                <a:ea typeface="Space Grotesk"/>
                <a:cs typeface="Space Grotesk"/>
              </a:defRPr>
            </a:lvl5pPr>
            <a:lvl6pPr>
              <a:buNone/>
              <a:defRPr sz="1950" b="1">
                <a:solidFill>
                  <a:srgbClr val="F3F2F7"/>
                </a:solidFill>
                <a:latin typeface="Space Grotesk"/>
                <a:ea typeface="Space Grotesk"/>
                <a:cs typeface="Space Grotesk"/>
              </a:defRPr>
            </a:lvl6pPr>
            <a:lvl7pPr>
              <a:buNone/>
              <a:defRPr sz="1950" b="1">
                <a:solidFill>
                  <a:srgbClr val="F3F2F7"/>
                </a:solidFill>
                <a:latin typeface="Space Grotesk"/>
                <a:ea typeface="Space Grotesk"/>
                <a:cs typeface="Space Grotesk"/>
              </a:defRPr>
            </a:lvl7pPr>
            <a:lvl8pPr>
              <a:buNone/>
              <a:defRPr sz="1950" b="1">
                <a:solidFill>
                  <a:srgbClr val="F3F2F7"/>
                </a:solidFill>
                <a:latin typeface="Space Grotesk"/>
                <a:ea typeface="Space Grotesk"/>
                <a:cs typeface="Space Grotesk"/>
              </a:defRPr>
            </a:lvl8pPr>
            <a:lvl9pPr>
              <a:buNone/>
              <a:defRPr sz="1950" b="1">
                <a:solidFill>
                  <a:srgbClr val="F3F2F7"/>
                </a:solidFill>
                <a:latin typeface="Space Grotesk"/>
                <a:ea typeface="Space Grotesk"/>
                <a:cs typeface="Space Grotesk"/>
              </a:defRPr>
            </a:lvl9pPr>
          </a:lstStyle>
          <a:p xmlns:a="http://schemas.openxmlformats.org/drawingml/2006/main">
            <a:pPr>
              <a:buNone/>
              <a:defRPr sz="1950" b="1">
                <a:solidFill>
                  <a:srgbClr val="F3F2F7"/>
                </a:solidFill>
                <a:latin typeface="Space Grotesk"/>
                <a:ea typeface="Space Grotesk"/>
                <a:cs typeface="Space Grotesk"/>
              </a:defRPr>
            </a:pPr>
            <a:r>
              <a:rPr sz="1950" b="1">
                <a:solidFill>
                  <a:srgbClr val="F3F2F7"/>
                </a:solidFill>
                <a:latin typeface="Space Grotesk"/>
                <a:ea typeface="Space Grotesk"/>
                <a:cs typeface="Space Grotesk"/>
              </a:rPr>
              <a:t>Owner withdrawal</a:t>
            </a:r>
          </a:p>
        </p:txBody>
      </p:sp>
      <p:sp>
        <p:nvSpPr>
          <p:cNvPr id="16" name="0.20 devnet USDC">
            <a:extLst xmlns:a="http://schemas.openxmlformats.org/drawingml/2006/main">
              <a:ext uri="{FF2B5EF4-FFF2-40B4-BE49-F238E27FC236}">
                <a16:creationId xmlns:a16="http://schemas.microsoft.com/office/drawing/2014/main" id="{B18DB0FC-7178-44A6-9FE4-827CE71C4D2D}"/>
              </a:ext>
            </a:extLst>
          </p:cNvPr>
          <p:cNvSpPr>
            <a:spLocks xmlns:a="http://schemas.openxmlformats.org/drawingml/2006/main" noGrp="1"/>
          </p:cNvSpPr>
          <p:nvPr/>
        </p:nvSpPr>
        <p:spPr>
          <a:xfrm xmlns:a="http://schemas.openxmlformats.org/drawingml/2006/main">
            <a:off x="8229600" y="2238375"/>
            <a:ext cx="3209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A6A8FF"/>
                </a:solidFill>
                <a:latin typeface="Inter"/>
                <a:ea typeface="Inter"/>
                <a:cs typeface="Inter"/>
              </a:defRPr>
            </a:defPPr>
            <a:lvl1pPr>
              <a:buNone/>
              <a:defRPr sz="1800" b="0">
                <a:solidFill>
                  <a:srgbClr val="A6A8FF"/>
                </a:solidFill>
                <a:latin typeface="Inter"/>
                <a:ea typeface="Inter"/>
                <a:cs typeface="Inter"/>
              </a:defRPr>
            </a:lvl1pPr>
            <a:lvl2pPr>
              <a:buNone/>
              <a:defRPr sz="1800" b="0">
                <a:solidFill>
                  <a:srgbClr val="A6A8FF"/>
                </a:solidFill>
                <a:latin typeface="Inter"/>
                <a:ea typeface="Inter"/>
                <a:cs typeface="Inter"/>
              </a:defRPr>
            </a:lvl2pPr>
            <a:lvl3pPr>
              <a:buNone/>
              <a:defRPr sz="1800" b="0">
                <a:solidFill>
                  <a:srgbClr val="A6A8FF"/>
                </a:solidFill>
                <a:latin typeface="Inter"/>
                <a:ea typeface="Inter"/>
                <a:cs typeface="Inter"/>
              </a:defRPr>
            </a:lvl3pPr>
            <a:lvl4pPr>
              <a:buNone/>
              <a:defRPr sz="1800" b="0">
                <a:solidFill>
                  <a:srgbClr val="A6A8FF"/>
                </a:solidFill>
                <a:latin typeface="Inter"/>
                <a:ea typeface="Inter"/>
                <a:cs typeface="Inter"/>
              </a:defRPr>
            </a:lvl4pPr>
            <a:lvl5pPr>
              <a:buNone/>
              <a:defRPr sz="1800" b="0">
                <a:solidFill>
                  <a:srgbClr val="A6A8FF"/>
                </a:solidFill>
                <a:latin typeface="Inter"/>
                <a:ea typeface="Inter"/>
                <a:cs typeface="Inter"/>
              </a:defRPr>
            </a:lvl5pPr>
            <a:lvl6pPr>
              <a:buNone/>
              <a:defRPr sz="1800" b="0">
                <a:solidFill>
                  <a:srgbClr val="A6A8FF"/>
                </a:solidFill>
                <a:latin typeface="Inter"/>
                <a:ea typeface="Inter"/>
                <a:cs typeface="Inter"/>
              </a:defRPr>
            </a:lvl6pPr>
            <a:lvl7pPr>
              <a:buNone/>
              <a:defRPr sz="1800" b="0">
                <a:solidFill>
                  <a:srgbClr val="A6A8FF"/>
                </a:solidFill>
                <a:latin typeface="Inter"/>
                <a:ea typeface="Inter"/>
                <a:cs typeface="Inter"/>
              </a:defRPr>
            </a:lvl7pPr>
            <a:lvl8pPr>
              <a:buNone/>
              <a:defRPr sz="1800" b="0">
                <a:solidFill>
                  <a:srgbClr val="A6A8FF"/>
                </a:solidFill>
                <a:latin typeface="Inter"/>
                <a:ea typeface="Inter"/>
                <a:cs typeface="Inter"/>
              </a:defRPr>
            </a:lvl8pPr>
            <a:lvl9pPr>
              <a:buNone/>
              <a:defRPr sz="1800" b="0">
                <a:solidFill>
                  <a:srgbClr val="A6A8FF"/>
                </a:solidFill>
                <a:latin typeface="Inter"/>
                <a:ea typeface="Inter"/>
                <a:cs typeface="Inter"/>
              </a:defRPr>
            </a:lvl9pPr>
          </a:lstStyle>
          <a:p xmlns:a="http://schemas.openxmlformats.org/drawingml/2006/main">
            <a:pPr>
              <a:buNone/>
              <a:defRPr sz="1800" b="0">
                <a:solidFill>
                  <a:srgbClr val="A6A8FF"/>
                </a:solidFill>
                <a:latin typeface="Inter"/>
                <a:ea typeface="Inter"/>
                <a:cs typeface="Inter"/>
              </a:defRPr>
            </a:pPr>
            <a:r>
              <a:rPr sz="1800" b="0">
                <a:solidFill>
                  <a:srgbClr val="A6A8FF"/>
                </a:solidFill>
                <a:latin typeface="Inter"/>
                <a:ea typeface="Inter"/>
                <a:cs typeface="Inter"/>
              </a:rPr>
              <a:t>0.20 devnet USDC</a:t>
            </a:r>
          </a:p>
        </p:txBody>
      </p:sp>
      <p:pic>
        <p:nvPicPr>
          <p:cNvPr id="17" name="">
            <a:extLst xmlns:a="http://schemas.openxmlformats.org/drawingml/2006/main">
              <a:ext uri="{FF2B5EF4-FFF2-40B4-BE49-F238E27FC236}">
                <a16:creationId xmlns:a16="http://schemas.microsoft.com/office/drawing/2014/main" id="{450DC2E6-8642-4328-A336-53A8DAD2610C}"/>
              </a:ext>
            </a:extLst>
          </p:cNvPr>
          <p:cNvPicPr>
            <a:picLocks xmlns:a="http://schemas.openxmlformats.org/drawingml/2006/main" noChangeAspect="1"/>
          </p:cNvPicPr>
          <p:nvPr/>
        </p:nvPicPr>
        <p:blipFill>
          <a:blip xmlns:r="http://schemas.openxmlformats.org/officeDocument/2006/relationships" xmlns:a="http://schemas.openxmlformats.org/drawingml/2006/main" r:embed="R937cc8561f8a4f62"/>
          <a:stretch xmlns:a="http://schemas.openxmlformats.org/drawingml/2006/main"/>
        </p:blipFill>
        <p:spPr>
          <a:xfrm xmlns:a="http://schemas.openxmlformats.org/drawingml/2006/main">
            <a:off x="8381440" y="2714625"/>
            <a:ext cx="2896721" cy="2238375"/>
          </a:xfrm>
          <a:prstGeom xmlns:a="http://schemas.openxmlformats.org/drawingml/2006/main" prst="rect">
            <a:avLst/>
          </a:prstGeom>
        </p:spPr>
      </p:pic>
      <p:sp>
        <p:nvSpPr>
          <p:cNvPr id="18" name="52EVL9oes…mT8BEZu">
            <a:extLst xmlns:a="http://schemas.openxmlformats.org/drawingml/2006/main">
              <a:ext uri="{FF2B5EF4-FFF2-40B4-BE49-F238E27FC236}">
                <a16:creationId xmlns:a16="http://schemas.microsoft.com/office/drawing/2014/main" id="{3FD8F964-BC1B-467B-B82C-987E432ED5F4}"/>
              </a:ext>
            </a:extLst>
          </p:cNvPr>
          <p:cNvSpPr>
            <a:spLocks xmlns:a="http://schemas.openxmlformats.org/drawingml/2006/main" noGrp="1"/>
          </p:cNvSpPr>
          <p:nvPr/>
        </p:nvSpPr>
        <p:spPr>
          <a:xfrm xmlns:a="http://schemas.openxmlformats.org/drawingml/2006/main">
            <a:off x="8229600" y="5105400"/>
            <a:ext cx="32004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500" b="0">
                <a:solidFill>
                  <a:srgbClr val="A6A8FF"/>
                </a:solidFill>
                <a:latin typeface="Inter"/>
                <a:ea typeface="Inter"/>
                <a:cs typeface="Inter"/>
              </a:defRPr>
            </a:defPPr>
            <a:lvl1pPr>
              <a:buNone/>
              <a:defRPr sz="1500" b="0">
                <a:solidFill>
                  <a:srgbClr val="A6A8FF"/>
                </a:solidFill>
                <a:latin typeface="Inter"/>
                <a:ea typeface="Inter"/>
                <a:cs typeface="Inter"/>
              </a:defRPr>
            </a:lvl1pPr>
            <a:lvl2pPr>
              <a:buNone/>
              <a:defRPr sz="1500" b="0">
                <a:solidFill>
                  <a:srgbClr val="A6A8FF"/>
                </a:solidFill>
                <a:latin typeface="Inter"/>
                <a:ea typeface="Inter"/>
                <a:cs typeface="Inter"/>
              </a:defRPr>
            </a:lvl2pPr>
            <a:lvl3pPr>
              <a:buNone/>
              <a:defRPr sz="1500" b="0">
                <a:solidFill>
                  <a:srgbClr val="A6A8FF"/>
                </a:solidFill>
                <a:latin typeface="Inter"/>
                <a:ea typeface="Inter"/>
                <a:cs typeface="Inter"/>
              </a:defRPr>
            </a:lvl3pPr>
            <a:lvl4pPr>
              <a:buNone/>
              <a:defRPr sz="1500" b="0">
                <a:solidFill>
                  <a:srgbClr val="A6A8FF"/>
                </a:solidFill>
                <a:latin typeface="Inter"/>
                <a:ea typeface="Inter"/>
                <a:cs typeface="Inter"/>
              </a:defRPr>
            </a:lvl4pPr>
            <a:lvl5pPr>
              <a:buNone/>
              <a:defRPr sz="1500" b="0">
                <a:solidFill>
                  <a:srgbClr val="A6A8FF"/>
                </a:solidFill>
                <a:latin typeface="Inter"/>
                <a:ea typeface="Inter"/>
                <a:cs typeface="Inter"/>
              </a:defRPr>
            </a:lvl5pPr>
            <a:lvl6pPr>
              <a:buNone/>
              <a:defRPr sz="1500" b="0">
                <a:solidFill>
                  <a:srgbClr val="A6A8FF"/>
                </a:solidFill>
                <a:latin typeface="Inter"/>
                <a:ea typeface="Inter"/>
                <a:cs typeface="Inter"/>
              </a:defRPr>
            </a:lvl6pPr>
            <a:lvl7pPr>
              <a:buNone/>
              <a:defRPr sz="1500" b="0">
                <a:solidFill>
                  <a:srgbClr val="A6A8FF"/>
                </a:solidFill>
                <a:latin typeface="Inter"/>
                <a:ea typeface="Inter"/>
                <a:cs typeface="Inter"/>
              </a:defRPr>
            </a:lvl7pPr>
            <a:lvl8pPr>
              <a:buNone/>
              <a:defRPr sz="1500" b="0">
                <a:solidFill>
                  <a:srgbClr val="A6A8FF"/>
                </a:solidFill>
                <a:latin typeface="Inter"/>
                <a:ea typeface="Inter"/>
                <a:cs typeface="Inter"/>
              </a:defRPr>
            </a:lvl8pPr>
            <a:lvl9pPr>
              <a:buNone/>
              <a:defRPr sz="1500" b="0">
                <a:solidFill>
                  <a:srgbClr val="A6A8FF"/>
                </a:solidFill>
                <a:latin typeface="Inter"/>
                <a:ea typeface="Inter"/>
                <a:cs typeface="Inter"/>
              </a:defRPr>
            </a:lvl9pPr>
          </a:lstStyle>
          <a:p xmlns:a="http://schemas.openxmlformats.org/drawingml/2006/main">
            <a:pPr>
              <a:buNone/>
              <a:defRPr sz="1500" b="0">
                <a:solidFill>
                  <a:srgbClr val="A6A8FF"/>
                </a:solidFill>
                <a:latin typeface="Inter"/>
                <a:ea typeface="Inter"/>
                <a:cs typeface="Inter"/>
              </a:defRPr>
            </a:pPr>
            <a:r>
              <a:rPr sz="1500" b="0">
                <a:solidFill>
                  <a:srgbClr val="A6A8FF"/>
                </a:solidFill>
                <a:latin typeface="Inter"/>
                <a:ea typeface="Inter"/>
                <a:cs typeface="Inter"/>
                <a:hlinkClick xmlns:r="http://schemas.openxmlformats.org/officeDocument/2006/relationships" r:id="Rdb4f295a8b294da1"/>
              </a:rPr>
              <a:t>52EVL9oes…mT8BEZu</a:t>
            </a:r>
          </a:p>
        </p:txBody>
      </p:sp>
      <p:sp>
        <p:nvSpPr>
          <p:cNvPr id="19" name="Finalized · no error">
            <a:extLst xmlns:a="http://schemas.openxmlformats.org/drawingml/2006/main">
              <a:ext uri="{FF2B5EF4-FFF2-40B4-BE49-F238E27FC236}">
                <a16:creationId xmlns:a16="http://schemas.microsoft.com/office/drawing/2014/main" id="{1DB238CD-3795-484A-8AAE-8816AA2B4BC7}"/>
              </a:ext>
            </a:extLst>
          </p:cNvPr>
          <p:cNvSpPr>
            <a:spLocks xmlns:a="http://schemas.openxmlformats.org/drawingml/2006/main" noGrp="1"/>
          </p:cNvSpPr>
          <p:nvPr/>
        </p:nvSpPr>
        <p:spPr>
          <a:xfrm xmlns:a="http://schemas.openxmlformats.org/drawingml/2006/main">
            <a:off x="8229600" y="5514975"/>
            <a:ext cx="32099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575" b="0">
                <a:solidFill>
                  <a:srgbClr val="79D9BD"/>
                </a:solidFill>
                <a:latin typeface="Inter"/>
                <a:ea typeface="Inter"/>
                <a:cs typeface="Inter"/>
              </a:defRPr>
            </a:defPPr>
            <a:lvl1pPr>
              <a:buNone/>
              <a:defRPr sz="1575" b="0">
                <a:solidFill>
                  <a:srgbClr val="79D9BD"/>
                </a:solidFill>
                <a:latin typeface="Inter"/>
                <a:ea typeface="Inter"/>
                <a:cs typeface="Inter"/>
              </a:defRPr>
            </a:lvl1pPr>
            <a:lvl2pPr>
              <a:buNone/>
              <a:defRPr sz="1575" b="0">
                <a:solidFill>
                  <a:srgbClr val="79D9BD"/>
                </a:solidFill>
                <a:latin typeface="Inter"/>
                <a:ea typeface="Inter"/>
                <a:cs typeface="Inter"/>
              </a:defRPr>
            </a:lvl2pPr>
            <a:lvl3pPr>
              <a:buNone/>
              <a:defRPr sz="1575" b="0">
                <a:solidFill>
                  <a:srgbClr val="79D9BD"/>
                </a:solidFill>
                <a:latin typeface="Inter"/>
                <a:ea typeface="Inter"/>
                <a:cs typeface="Inter"/>
              </a:defRPr>
            </a:lvl3pPr>
            <a:lvl4pPr>
              <a:buNone/>
              <a:defRPr sz="1575" b="0">
                <a:solidFill>
                  <a:srgbClr val="79D9BD"/>
                </a:solidFill>
                <a:latin typeface="Inter"/>
                <a:ea typeface="Inter"/>
                <a:cs typeface="Inter"/>
              </a:defRPr>
            </a:lvl4pPr>
            <a:lvl5pPr>
              <a:buNone/>
              <a:defRPr sz="1575" b="0">
                <a:solidFill>
                  <a:srgbClr val="79D9BD"/>
                </a:solidFill>
                <a:latin typeface="Inter"/>
                <a:ea typeface="Inter"/>
                <a:cs typeface="Inter"/>
              </a:defRPr>
            </a:lvl5pPr>
            <a:lvl6pPr>
              <a:buNone/>
              <a:defRPr sz="1575" b="0">
                <a:solidFill>
                  <a:srgbClr val="79D9BD"/>
                </a:solidFill>
                <a:latin typeface="Inter"/>
                <a:ea typeface="Inter"/>
                <a:cs typeface="Inter"/>
              </a:defRPr>
            </a:lvl6pPr>
            <a:lvl7pPr>
              <a:buNone/>
              <a:defRPr sz="1575" b="0">
                <a:solidFill>
                  <a:srgbClr val="79D9BD"/>
                </a:solidFill>
                <a:latin typeface="Inter"/>
                <a:ea typeface="Inter"/>
                <a:cs typeface="Inter"/>
              </a:defRPr>
            </a:lvl7pPr>
            <a:lvl8pPr>
              <a:buNone/>
              <a:defRPr sz="1575" b="0">
                <a:solidFill>
                  <a:srgbClr val="79D9BD"/>
                </a:solidFill>
                <a:latin typeface="Inter"/>
                <a:ea typeface="Inter"/>
                <a:cs typeface="Inter"/>
              </a:defRPr>
            </a:lvl8pPr>
            <a:lvl9pPr>
              <a:buNone/>
              <a:defRPr sz="1575" b="0">
                <a:solidFill>
                  <a:srgbClr val="79D9BD"/>
                </a:solidFill>
                <a:latin typeface="Inter"/>
                <a:ea typeface="Inter"/>
                <a:cs typeface="Inter"/>
              </a:defRPr>
            </a:lvl9pPr>
          </a:lstStyle>
          <a:p xmlns:a="http://schemas.openxmlformats.org/drawingml/2006/main">
            <a:pPr>
              <a:buNone/>
              <a:defRPr sz="1575" b="0">
                <a:solidFill>
                  <a:srgbClr val="79D9BD"/>
                </a:solidFill>
                <a:latin typeface="Inter"/>
                <a:ea typeface="Inter"/>
                <a:cs typeface="Inter"/>
              </a:defRPr>
            </a:pPr>
            <a:r>
              <a:rPr sz="1575" b="0">
                <a:solidFill>
                  <a:srgbClr val="79D9BD"/>
                </a:solidFill>
                <a:latin typeface="Inter"/>
                <a:ea typeface="Inter"/>
                <a:cs typeface="Inter"/>
              </a:rPr>
              <a:t>Finalized · no error</a:t>
            </a:r>
          </a:p>
        </p:txBody>
      </p:sp>
      <p:sp>
        <p:nvSpPr>
          <p:cNvPr id="20" name="Owner withdrawal returns an eligible poo">
            <a:extLst xmlns:a="http://schemas.openxmlformats.org/drawingml/2006/main">
              <a:ext uri="{FF2B5EF4-FFF2-40B4-BE49-F238E27FC236}">
                <a16:creationId xmlns:a16="http://schemas.microsoft.com/office/drawing/2014/main" id="{9700D275-556E-46B0-BCF2-673F4FEA1FA3}"/>
              </a:ext>
            </a:extLst>
          </p:cNvPr>
          <p:cNvSpPr>
            <a:spLocks xmlns:a="http://schemas.openxmlformats.org/drawingml/2006/main" noGrp="1"/>
          </p:cNvSpPr>
          <p:nvPr/>
        </p:nvSpPr>
        <p:spPr>
          <a:xfrm xmlns:a="http://schemas.openxmlformats.org/drawingml/2006/main">
            <a:off x="609600" y="610552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650" b="0">
                <a:solidFill>
                  <a:srgbClr val="B6B6C7"/>
                </a:solidFill>
                <a:latin typeface="Inter"/>
                <a:ea typeface="Inter"/>
                <a:cs typeface="Inter"/>
              </a:defRPr>
            </a:defPPr>
            <a:lvl1pPr>
              <a:buNone/>
              <a:defRPr sz="1650" b="0">
                <a:solidFill>
                  <a:srgbClr val="B6B6C7"/>
                </a:solidFill>
                <a:latin typeface="Inter"/>
                <a:ea typeface="Inter"/>
                <a:cs typeface="Inter"/>
              </a:defRPr>
            </a:lvl1pPr>
            <a:lvl2pPr>
              <a:buNone/>
              <a:defRPr sz="1650" b="0">
                <a:solidFill>
                  <a:srgbClr val="B6B6C7"/>
                </a:solidFill>
                <a:latin typeface="Inter"/>
                <a:ea typeface="Inter"/>
                <a:cs typeface="Inter"/>
              </a:defRPr>
            </a:lvl2pPr>
            <a:lvl3pPr>
              <a:buNone/>
              <a:defRPr sz="1650" b="0">
                <a:solidFill>
                  <a:srgbClr val="B6B6C7"/>
                </a:solidFill>
                <a:latin typeface="Inter"/>
                <a:ea typeface="Inter"/>
                <a:cs typeface="Inter"/>
              </a:defRPr>
            </a:lvl3pPr>
            <a:lvl4pPr>
              <a:buNone/>
              <a:defRPr sz="1650" b="0">
                <a:solidFill>
                  <a:srgbClr val="B6B6C7"/>
                </a:solidFill>
                <a:latin typeface="Inter"/>
                <a:ea typeface="Inter"/>
                <a:cs typeface="Inter"/>
              </a:defRPr>
            </a:lvl4pPr>
            <a:lvl5pPr>
              <a:buNone/>
              <a:defRPr sz="1650" b="0">
                <a:solidFill>
                  <a:srgbClr val="B6B6C7"/>
                </a:solidFill>
                <a:latin typeface="Inter"/>
                <a:ea typeface="Inter"/>
                <a:cs typeface="Inter"/>
              </a:defRPr>
            </a:lvl5pPr>
            <a:lvl6pPr>
              <a:buNone/>
              <a:defRPr sz="1650" b="0">
                <a:solidFill>
                  <a:srgbClr val="B6B6C7"/>
                </a:solidFill>
                <a:latin typeface="Inter"/>
                <a:ea typeface="Inter"/>
                <a:cs typeface="Inter"/>
              </a:defRPr>
            </a:lvl6pPr>
            <a:lvl7pPr>
              <a:buNone/>
              <a:defRPr sz="1650" b="0">
                <a:solidFill>
                  <a:srgbClr val="B6B6C7"/>
                </a:solidFill>
                <a:latin typeface="Inter"/>
                <a:ea typeface="Inter"/>
                <a:cs typeface="Inter"/>
              </a:defRPr>
            </a:lvl7pPr>
            <a:lvl8pPr>
              <a:buNone/>
              <a:defRPr sz="1650" b="0">
                <a:solidFill>
                  <a:srgbClr val="B6B6C7"/>
                </a:solidFill>
                <a:latin typeface="Inter"/>
                <a:ea typeface="Inter"/>
                <a:cs typeface="Inter"/>
              </a:defRPr>
            </a:lvl8pPr>
            <a:lvl9pPr>
              <a:buNone/>
              <a:defRPr sz="1650" b="0">
                <a:solidFill>
                  <a:srgbClr val="B6B6C7"/>
                </a:solidFill>
                <a:latin typeface="Inter"/>
                <a:ea typeface="Inter"/>
                <a:cs typeface="Inter"/>
              </a:defRPr>
            </a:lvl9pPr>
          </a:lstStyle>
          <a:p xmlns:a="http://schemas.openxmlformats.org/drawingml/2006/main">
            <a:pPr>
              <a:buNone/>
              <a:defRPr sz="1650" b="0">
                <a:solidFill>
                  <a:srgbClr val="B6B6C7"/>
                </a:solidFill>
                <a:latin typeface="Inter"/>
                <a:ea typeface="Inter"/>
                <a:cs typeface="Inter"/>
              </a:defRPr>
            </a:pPr>
            <a:r>
              <a:rPr sz="1650" b="0">
                <a:solidFill>
                  <a:srgbClr val="B6B6C7"/>
                </a:solidFill>
                <a:latin typeface="Inter"/>
                <a:ea typeface="Inter"/>
                <a:cs typeface="Inter"/>
              </a:rPr>
              <a:t>Owner withdrawal returns an eligible pool note to its owner. The on-chain transaction is public.</a:t>
            </a:r>
          </a:p>
        </p:txBody>
      </p:sp>
    </p:spTree>
    <p:extLst>
      <p:ext uri="{BB962C8B-B14F-4D97-AF65-F5344CB8AC3E}">
        <p14:creationId xmlns:p14="http://schemas.microsoft.com/office/powerpoint/2010/main" val="2105170631"/>
      </p:ext>
    </p:extLst>
  </p:cSld>
</p:sld>
</file>

<file path=ppt/slides/slide10.xml><?xml version="1.0" encoding="utf-8"?>
<p:sld xmlns:p="http://schemas.openxmlformats.org/presentationml/2006/main">
  <p:cSld>
    <p:bg>
      <p:bgPr>
        <a:solidFill xmlns:a="http://schemas.openxmlformats.org/drawingml/2006/main">
          <a:srgbClr val="101014"/>
        </a:solidFill>
      </p:bgPr>
    </p:bg>
    <p:spTree>
      <p:nvGrpSpPr>
        <p:cNvPr id="1" name=""/>
        <p:cNvGrpSpPr/>
        <p:nvPr/>
      </p:nvGrpSpPr>
      <p:grpSpPr>
        <a:xfrm xmlns:a="http://schemas.openxmlformats.org/drawingml/2006/main"/>
      </p:grpSpPr>
      <p:sp>
        <p:nvSpPr>
          <p:cNvPr id="5" name="Impact: win, win, win">
            <a:extLst xmlns:a="http://schemas.openxmlformats.org/drawingml/2006/main">
              <a:ext uri="{FF2B5EF4-FFF2-40B4-BE49-F238E27FC236}">
                <a16:creationId xmlns:a16="http://schemas.microsoft.com/office/drawing/2014/main" id="{867A073B-99BA-444C-AF0D-FC63041AF150}"/>
              </a:ext>
            </a:extLst>
          </p:cNvPr>
          <p:cNvSpPr>
            <a:spLocks xmlns:a="http://schemas.openxmlformats.org/drawingml/2006/main" noGrp="1"/>
          </p:cNvSpPr>
          <p:nvPr/>
        </p:nvSpPr>
        <p:spPr>
          <a:xfrm xmlns:a="http://schemas.openxmlformats.org/drawingml/2006/main">
            <a:off x="609600" y="4572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825" b="1">
                <a:solidFill>
                  <a:srgbClr val="F3F2F7"/>
                </a:solidFill>
                <a:latin typeface="Space Grotesk"/>
                <a:ea typeface="Space Grotesk"/>
                <a:cs typeface="Space Grotesk"/>
              </a:defRPr>
            </a:defPPr>
            <a:lvl1pPr>
              <a:buNone/>
              <a:defRPr sz="3825" b="1">
                <a:solidFill>
                  <a:srgbClr val="F3F2F7"/>
                </a:solidFill>
                <a:latin typeface="Space Grotesk"/>
                <a:ea typeface="Space Grotesk"/>
                <a:cs typeface="Space Grotesk"/>
              </a:defRPr>
            </a:lvl1pPr>
            <a:lvl2pPr>
              <a:buNone/>
              <a:defRPr sz="3825" b="1">
                <a:solidFill>
                  <a:srgbClr val="F3F2F7"/>
                </a:solidFill>
                <a:latin typeface="Space Grotesk"/>
                <a:ea typeface="Space Grotesk"/>
                <a:cs typeface="Space Grotesk"/>
              </a:defRPr>
            </a:lvl2pPr>
            <a:lvl3pPr>
              <a:buNone/>
              <a:defRPr sz="3825" b="1">
                <a:solidFill>
                  <a:srgbClr val="F3F2F7"/>
                </a:solidFill>
                <a:latin typeface="Space Grotesk"/>
                <a:ea typeface="Space Grotesk"/>
                <a:cs typeface="Space Grotesk"/>
              </a:defRPr>
            </a:lvl3pPr>
            <a:lvl4pPr>
              <a:buNone/>
              <a:defRPr sz="3825" b="1">
                <a:solidFill>
                  <a:srgbClr val="F3F2F7"/>
                </a:solidFill>
                <a:latin typeface="Space Grotesk"/>
                <a:ea typeface="Space Grotesk"/>
                <a:cs typeface="Space Grotesk"/>
              </a:defRPr>
            </a:lvl4pPr>
            <a:lvl5pPr>
              <a:buNone/>
              <a:defRPr sz="3825" b="1">
                <a:solidFill>
                  <a:srgbClr val="F3F2F7"/>
                </a:solidFill>
                <a:latin typeface="Space Grotesk"/>
                <a:ea typeface="Space Grotesk"/>
                <a:cs typeface="Space Grotesk"/>
              </a:defRPr>
            </a:lvl5pPr>
            <a:lvl6pPr>
              <a:buNone/>
              <a:defRPr sz="3825" b="1">
                <a:solidFill>
                  <a:srgbClr val="F3F2F7"/>
                </a:solidFill>
                <a:latin typeface="Space Grotesk"/>
                <a:ea typeface="Space Grotesk"/>
                <a:cs typeface="Space Grotesk"/>
              </a:defRPr>
            </a:lvl6pPr>
            <a:lvl7pPr>
              <a:buNone/>
              <a:defRPr sz="3825" b="1">
                <a:solidFill>
                  <a:srgbClr val="F3F2F7"/>
                </a:solidFill>
                <a:latin typeface="Space Grotesk"/>
                <a:ea typeface="Space Grotesk"/>
                <a:cs typeface="Space Grotesk"/>
              </a:defRPr>
            </a:lvl7pPr>
            <a:lvl8pPr>
              <a:buNone/>
              <a:defRPr sz="3825" b="1">
                <a:solidFill>
                  <a:srgbClr val="F3F2F7"/>
                </a:solidFill>
                <a:latin typeface="Space Grotesk"/>
                <a:ea typeface="Space Grotesk"/>
                <a:cs typeface="Space Grotesk"/>
              </a:defRPr>
            </a:lvl8pPr>
            <a:lvl9pPr>
              <a:buNone/>
              <a:defRPr sz="3825" b="1">
                <a:solidFill>
                  <a:srgbClr val="F3F2F7"/>
                </a:solidFill>
                <a:latin typeface="Space Grotesk"/>
                <a:ea typeface="Space Grotesk"/>
                <a:cs typeface="Space Grotesk"/>
              </a:defRPr>
            </a:lvl9pPr>
          </a:lstStyle>
          <a:p xmlns:a="http://schemas.openxmlformats.org/drawingml/2006/main">
            <a:pPr>
              <a:buNone/>
              <a:defRPr sz="3825" b="1">
                <a:solidFill>
                  <a:srgbClr val="F3F2F7"/>
                </a:solidFill>
                <a:latin typeface="Space Grotesk"/>
                <a:ea typeface="Space Grotesk"/>
                <a:cs typeface="Space Grotesk"/>
              </a:defRPr>
            </a:pPr>
            <a:r>
              <a:rPr sz="3825" b="1">
                <a:solidFill>
                  <a:srgbClr val="F3F2F7"/>
                </a:solidFill>
                <a:latin typeface="Space Grotesk"/>
                <a:ea typeface="Space Grotesk"/>
                <a:cs typeface="Space Grotesk"/>
              </a:rPr>
              <a:t>Impact: win, win, win</a:t>
            </a:r>
          </a:p>
        </p:txBody>
      </p:sp>
      <p:sp>
        <p:nvSpPr>
          <p:cNvPr id="2" name="">
            <a:extLst xmlns:a="http://schemas.openxmlformats.org/drawingml/2006/main">
              <a:ext uri="{FF2B5EF4-FFF2-40B4-BE49-F238E27FC236}">
                <a16:creationId xmlns:a16="http://schemas.microsoft.com/office/drawing/2014/main" id="{4C44CEAB-EBCD-4404-9C14-320DD50C899F}"/>
              </a:ext>
            </a:extLst>
          </p:cNvPr>
          <p:cNvSpPr>
            <a:spLocks xmlns:a="http://schemas.openxmlformats.org/drawingml/2006/main" noGrp="1"/>
          </p:cNvSpPr>
          <p:nvPr/>
        </p:nvSpPr>
        <p:spPr>
          <a:xfrm xmlns:a="http://schemas.openxmlformats.org/drawingml/2006/main">
            <a:off x="609600" y="1476375"/>
            <a:ext cx="10972800" cy="4438650"/>
          </a:xfrm>
          <a:prstGeom xmlns:a="http://schemas.openxmlformats.org/drawingml/2006/main" prst="roundRect">
            <a:avLst>
              <a:gd name="adj" fmla="val 3433"/>
            </a:avLst>
          </a:prstGeom>
          <a:solidFill xmlns:a="http://schemas.openxmlformats.org/drawingml/2006/main">
            <a:srgbClr val="1B1D26"/>
          </a:solidFill>
          <a:ln xmlns:a="http://schemas.openxmlformats.org/drawingml/2006/main" w="9525">
            <a:solidFill>
              <a:srgbClr val="343745"/>
            </a:solidFill>
          </a:ln>
        </p:spPr>
      </p:sp>
      <p:pic>
        <p:nvPicPr>
          <p:cNvPr id="3" name="">
            <a:extLst xmlns:a="http://schemas.openxmlformats.org/drawingml/2006/main">
              <a:ext uri="{FF2B5EF4-FFF2-40B4-BE49-F238E27FC236}">
                <a16:creationId xmlns:a16="http://schemas.microsoft.com/office/drawing/2014/main" id="{059F88FF-5FDD-4FBA-BAF4-9FDFC5367543}"/>
              </a:ext>
            </a:extLst>
          </p:cNvPr>
          <p:cNvPicPr>
            <a:picLocks xmlns:a="http://schemas.openxmlformats.org/drawingml/2006/main" noChangeAspect="1"/>
          </p:cNvPicPr>
          <p:nvPr/>
        </p:nvPicPr>
        <p:blipFill>
          <a:blip xmlns:r="http://schemas.openxmlformats.org/officeDocument/2006/relationships" xmlns:a="http://schemas.openxmlformats.org/drawingml/2006/main" r:embed="R22478c20ea6b4482"/>
          <a:stretch xmlns:a="http://schemas.openxmlformats.org/drawingml/2006/main"/>
        </p:blipFill>
        <p:spPr>
          <a:xfrm xmlns:a="http://schemas.openxmlformats.org/drawingml/2006/main">
            <a:off x="2321873" y="1571625"/>
            <a:ext cx="7548254" cy="4248150"/>
          </a:xfrm>
          <a:prstGeom xmlns:a="http://schemas.openxmlformats.org/drawingml/2006/main" prst="rect">
            <a:avLst/>
          </a:prstGeom>
        </p:spPr>
      </p:pic>
      <p:sp>
        <p:nvSpPr>
          <p:cNvPr id="4" name="Intended benefits for users, agent build">
            <a:extLst xmlns:a="http://schemas.openxmlformats.org/drawingml/2006/main">
              <a:ext uri="{FF2B5EF4-FFF2-40B4-BE49-F238E27FC236}">
                <a16:creationId xmlns:a16="http://schemas.microsoft.com/office/drawing/2014/main" id="{D9FD2A2A-C110-4642-A08D-D1E27682612A}"/>
              </a:ext>
            </a:extLst>
          </p:cNvPr>
          <p:cNvSpPr>
            <a:spLocks xmlns:a="http://schemas.openxmlformats.org/drawingml/2006/main" noGrp="1"/>
          </p:cNvSpPr>
          <p:nvPr/>
        </p:nvSpPr>
        <p:spPr>
          <a:xfrm xmlns:a="http://schemas.openxmlformats.org/drawingml/2006/main">
            <a:off x="609600" y="610552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650" b="0">
                <a:solidFill>
                  <a:srgbClr val="B6B6C7"/>
                </a:solidFill>
                <a:latin typeface="Inter"/>
                <a:ea typeface="Inter"/>
                <a:cs typeface="Inter"/>
              </a:defRPr>
            </a:defPPr>
            <a:lvl1pPr>
              <a:buNone/>
              <a:defRPr sz="1650" b="0">
                <a:solidFill>
                  <a:srgbClr val="B6B6C7"/>
                </a:solidFill>
                <a:latin typeface="Inter"/>
                <a:ea typeface="Inter"/>
                <a:cs typeface="Inter"/>
              </a:defRPr>
            </a:lvl1pPr>
            <a:lvl2pPr>
              <a:buNone/>
              <a:defRPr sz="1650" b="0">
                <a:solidFill>
                  <a:srgbClr val="B6B6C7"/>
                </a:solidFill>
                <a:latin typeface="Inter"/>
                <a:ea typeface="Inter"/>
                <a:cs typeface="Inter"/>
              </a:defRPr>
            </a:lvl2pPr>
            <a:lvl3pPr>
              <a:buNone/>
              <a:defRPr sz="1650" b="0">
                <a:solidFill>
                  <a:srgbClr val="B6B6C7"/>
                </a:solidFill>
                <a:latin typeface="Inter"/>
                <a:ea typeface="Inter"/>
                <a:cs typeface="Inter"/>
              </a:defRPr>
            </a:lvl3pPr>
            <a:lvl4pPr>
              <a:buNone/>
              <a:defRPr sz="1650" b="0">
                <a:solidFill>
                  <a:srgbClr val="B6B6C7"/>
                </a:solidFill>
                <a:latin typeface="Inter"/>
                <a:ea typeface="Inter"/>
                <a:cs typeface="Inter"/>
              </a:defRPr>
            </a:lvl4pPr>
            <a:lvl5pPr>
              <a:buNone/>
              <a:defRPr sz="1650" b="0">
                <a:solidFill>
                  <a:srgbClr val="B6B6C7"/>
                </a:solidFill>
                <a:latin typeface="Inter"/>
                <a:ea typeface="Inter"/>
                <a:cs typeface="Inter"/>
              </a:defRPr>
            </a:lvl5pPr>
            <a:lvl6pPr>
              <a:buNone/>
              <a:defRPr sz="1650" b="0">
                <a:solidFill>
                  <a:srgbClr val="B6B6C7"/>
                </a:solidFill>
                <a:latin typeface="Inter"/>
                <a:ea typeface="Inter"/>
                <a:cs typeface="Inter"/>
              </a:defRPr>
            </a:lvl6pPr>
            <a:lvl7pPr>
              <a:buNone/>
              <a:defRPr sz="1650" b="0">
                <a:solidFill>
                  <a:srgbClr val="B6B6C7"/>
                </a:solidFill>
                <a:latin typeface="Inter"/>
                <a:ea typeface="Inter"/>
                <a:cs typeface="Inter"/>
              </a:defRPr>
            </a:lvl7pPr>
            <a:lvl8pPr>
              <a:buNone/>
              <a:defRPr sz="1650" b="0">
                <a:solidFill>
                  <a:srgbClr val="B6B6C7"/>
                </a:solidFill>
                <a:latin typeface="Inter"/>
                <a:ea typeface="Inter"/>
                <a:cs typeface="Inter"/>
              </a:defRPr>
            </a:lvl8pPr>
            <a:lvl9pPr>
              <a:buNone/>
              <a:defRPr sz="1650" b="0">
                <a:solidFill>
                  <a:srgbClr val="B6B6C7"/>
                </a:solidFill>
                <a:latin typeface="Inter"/>
                <a:ea typeface="Inter"/>
                <a:cs typeface="Inter"/>
              </a:defRPr>
            </a:lvl9pPr>
          </a:lstStyle>
          <a:p xmlns:a="http://schemas.openxmlformats.org/drawingml/2006/main">
            <a:pPr>
              <a:buNone/>
              <a:defRPr sz="1650" b="0">
                <a:solidFill>
                  <a:srgbClr val="B6B6C7"/>
                </a:solidFill>
                <a:latin typeface="Inter"/>
                <a:ea typeface="Inter"/>
                <a:cs typeface="Inter"/>
              </a:defRPr>
            </a:pPr>
            <a:r>
              <a:rPr sz="1650" b="0">
                <a:solidFill>
                  <a:srgbClr val="B6B6C7"/>
                </a:solidFill>
                <a:latin typeface="Inter"/>
                <a:ea typeface="Inter"/>
                <a:cs typeface="Inter"/>
              </a:rPr>
              <a:t>Intended benefits for users, agent builders and service providers.</a:t>
            </a:r>
          </a:p>
        </p:txBody>
      </p:sp>
    </p:spTree>
    <p:extLst>
      <p:ext uri="{BB962C8B-B14F-4D97-AF65-F5344CB8AC3E}">
        <p14:creationId xmlns:p14="http://schemas.microsoft.com/office/powerpoint/2010/main" val="1765523301"/>
      </p:ext>
    </p:extLst>
  </p:cSld>
</p:sld>
</file>

<file path=ppt/slides/slide11.xml><?xml version="1.0" encoding="utf-8"?>
<p:sld xmlns:p="http://schemas.openxmlformats.org/presentationml/2006/main">
  <p:cSld>
    <p:bg>
      <p:bgPr>
        <a:solidFill xmlns:a="http://schemas.openxmlformats.org/drawingml/2006/main">
          <a:srgbClr val="101014"/>
        </a:solidFill>
      </p:bgPr>
    </p:bg>
    <p:spTree>
      <p:nvGrpSpPr>
        <p:cNvPr id="1" name=""/>
        <p:cNvGrpSpPr/>
        <p:nvPr/>
      </p:nvGrpSpPr>
      <p:grpSpPr>
        <a:xfrm xmlns:a="http://schemas.openxmlformats.org/drawingml/2006/main"/>
      </p:grpSpPr>
      <p:sp>
        <p:nvSpPr>
          <p:cNvPr id="13" name="Business model">
            <a:extLst xmlns:a="http://schemas.openxmlformats.org/drawingml/2006/main">
              <a:ext uri="{FF2B5EF4-FFF2-40B4-BE49-F238E27FC236}">
                <a16:creationId xmlns:a16="http://schemas.microsoft.com/office/drawing/2014/main" id="{3ACEDADD-F07A-4D30-ADE3-D11843FE127E}"/>
              </a:ext>
            </a:extLst>
          </p:cNvPr>
          <p:cNvSpPr>
            <a:spLocks xmlns:a="http://schemas.openxmlformats.org/drawingml/2006/main" noGrp="1"/>
          </p:cNvSpPr>
          <p:nvPr/>
        </p:nvSpPr>
        <p:spPr>
          <a:xfrm xmlns:a="http://schemas.openxmlformats.org/drawingml/2006/main">
            <a:off x="609600" y="4572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825" b="1">
                <a:solidFill>
                  <a:srgbClr val="F3F2F7"/>
                </a:solidFill>
                <a:latin typeface="Space Grotesk"/>
                <a:ea typeface="Space Grotesk"/>
                <a:cs typeface="Space Grotesk"/>
              </a:defRPr>
            </a:defPPr>
            <a:lvl1pPr>
              <a:buNone/>
              <a:defRPr sz="3825" b="1">
                <a:solidFill>
                  <a:srgbClr val="F3F2F7"/>
                </a:solidFill>
                <a:latin typeface="Space Grotesk"/>
                <a:ea typeface="Space Grotesk"/>
                <a:cs typeface="Space Grotesk"/>
              </a:defRPr>
            </a:lvl1pPr>
            <a:lvl2pPr>
              <a:buNone/>
              <a:defRPr sz="3825" b="1">
                <a:solidFill>
                  <a:srgbClr val="F3F2F7"/>
                </a:solidFill>
                <a:latin typeface="Space Grotesk"/>
                <a:ea typeface="Space Grotesk"/>
                <a:cs typeface="Space Grotesk"/>
              </a:defRPr>
            </a:lvl2pPr>
            <a:lvl3pPr>
              <a:buNone/>
              <a:defRPr sz="3825" b="1">
                <a:solidFill>
                  <a:srgbClr val="F3F2F7"/>
                </a:solidFill>
                <a:latin typeface="Space Grotesk"/>
                <a:ea typeface="Space Grotesk"/>
                <a:cs typeface="Space Grotesk"/>
              </a:defRPr>
            </a:lvl3pPr>
            <a:lvl4pPr>
              <a:buNone/>
              <a:defRPr sz="3825" b="1">
                <a:solidFill>
                  <a:srgbClr val="F3F2F7"/>
                </a:solidFill>
                <a:latin typeface="Space Grotesk"/>
                <a:ea typeface="Space Grotesk"/>
                <a:cs typeface="Space Grotesk"/>
              </a:defRPr>
            </a:lvl4pPr>
            <a:lvl5pPr>
              <a:buNone/>
              <a:defRPr sz="3825" b="1">
                <a:solidFill>
                  <a:srgbClr val="F3F2F7"/>
                </a:solidFill>
                <a:latin typeface="Space Grotesk"/>
                <a:ea typeface="Space Grotesk"/>
                <a:cs typeface="Space Grotesk"/>
              </a:defRPr>
            </a:lvl5pPr>
            <a:lvl6pPr>
              <a:buNone/>
              <a:defRPr sz="3825" b="1">
                <a:solidFill>
                  <a:srgbClr val="F3F2F7"/>
                </a:solidFill>
                <a:latin typeface="Space Grotesk"/>
                <a:ea typeface="Space Grotesk"/>
                <a:cs typeface="Space Grotesk"/>
              </a:defRPr>
            </a:lvl6pPr>
            <a:lvl7pPr>
              <a:buNone/>
              <a:defRPr sz="3825" b="1">
                <a:solidFill>
                  <a:srgbClr val="F3F2F7"/>
                </a:solidFill>
                <a:latin typeface="Space Grotesk"/>
                <a:ea typeface="Space Grotesk"/>
                <a:cs typeface="Space Grotesk"/>
              </a:defRPr>
            </a:lvl7pPr>
            <a:lvl8pPr>
              <a:buNone/>
              <a:defRPr sz="3825" b="1">
                <a:solidFill>
                  <a:srgbClr val="F3F2F7"/>
                </a:solidFill>
                <a:latin typeface="Space Grotesk"/>
                <a:ea typeface="Space Grotesk"/>
                <a:cs typeface="Space Grotesk"/>
              </a:defRPr>
            </a:lvl8pPr>
            <a:lvl9pPr>
              <a:buNone/>
              <a:defRPr sz="3825" b="1">
                <a:solidFill>
                  <a:srgbClr val="F3F2F7"/>
                </a:solidFill>
                <a:latin typeface="Space Grotesk"/>
                <a:ea typeface="Space Grotesk"/>
                <a:cs typeface="Space Grotesk"/>
              </a:defRPr>
            </a:lvl9pPr>
          </a:lstStyle>
          <a:p xmlns:a="http://schemas.openxmlformats.org/drawingml/2006/main">
            <a:pPr>
              <a:buNone/>
              <a:defRPr sz="3825" b="1">
                <a:solidFill>
                  <a:srgbClr val="F3F2F7"/>
                </a:solidFill>
                <a:latin typeface="Space Grotesk"/>
                <a:ea typeface="Space Grotesk"/>
                <a:cs typeface="Space Grotesk"/>
              </a:defRPr>
            </a:pPr>
            <a:r>
              <a:rPr sz="3825" b="1">
                <a:solidFill>
                  <a:srgbClr val="F3F2F7"/>
                </a:solidFill>
                <a:latin typeface="Space Grotesk"/>
                <a:ea typeface="Space Grotesk"/>
                <a:cs typeface="Space Grotesk"/>
              </a:rPr>
              <a:t>Business model</a:t>
            </a:r>
          </a:p>
        </p:txBody>
      </p:sp>
      <p:sp>
        <p:nvSpPr>
          <p:cNvPr id="2" name="Proposed pricing">
            <a:extLst xmlns:a="http://schemas.openxmlformats.org/drawingml/2006/main">
              <a:ext uri="{FF2B5EF4-FFF2-40B4-BE49-F238E27FC236}">
                <a16:creationId xmlns:a16="http://schemas.microsoft.com/office/drawing/2014/main" id="{55FBF862-7062-4990-8522-D1165E85CCCE}"/>
              </a:ext>
            </a:extLst>
          </p:cNvPr>
          <p:cNvSpPr>
            <a:spLocks xmlns:a="http://schemas.openxmlformats.org/drawingml/2006/main" noGrp="1"/>
          </p:cNvSpPr>
          <p:nvPr/>
        </p:nvSpPr>
        <p:spPr>
          <a:xfrm xmlns:a="http://schemas.openxmlformats.org/drawingml/2006/main">
            <a:off x="609600" y="1381125"/>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A6A8FF"/>
                </a:solidFill>
                <a:latin typeface="Inter"/>
                <a:ea typeface="Inter"/>
                <a:cs typeface="Inter"/>
              </a:defRPr>
            </a:defPPr>
            <a:lvl1pPr>
              <a:buNone/>
              <a:defRPr sz="1800" b="0">
                <a:solidFill>
                  <a:srgbClr val="A6A8FF"/>
                </a:solidFill>
                <a:latin typeface="Inter"/>
                <a:ea typeface="Inter"/>
                <a:cs typeface="Inter"/>
              </a:defRPr>
            </a:lvl1pPr>
            <a:lvl2pPr>
              <a:buNone/>
              <a:defRPr sz="1800" b="0">
                <a:solidFill>
                  <a:srgbClr val="A6A8FF"/>
                </a:solidFill>
                <a:latin typeface="Inter"/>
                <a:ea typeface="Inter"/>
                <a:cs typeface="Inter"/>
              </a:defRPr>
            </a:lvl2pPr>
            <a:lvl3pPr>
              <a:buNone/>
              <a:defRPr sz="1800" b="0">
                <a:solidFill>
                  <a:srgbClr val="A6A8FF"/>
                </a:solidFill>
                <a:latin typeface="Inter"/>
                <a:ea typeface="Inter"/>
                <a:cs typeface="Inter"/>
              </a:defRPr>
            </a:lvl3pPr>
            <a:lvl4pPr>
              <a:buNone/>
              <a:defRPr sz="1800" b="0">
                <a:solidFill>
                  <a:srgbClr val="A6A8FF"/>
                </a:solidFill>
                <a:latin typeface="Inter"/>
                <a:ea typeface="Inter"/>
                <a:cs typeface="Inter"/>
              </a:defRPr>
            </a:lvl4pPr>
            <a:lvl5pPr>
              <a:buNone/>
              <a:defRPr sz="1800" b="0">
                <a:solidFill>
                  <a:srgbClr val="A6A8FF"/>
                </a:solidFill>
                <a:latin typeface="Inter"/>
                <a:ea typeface="Inter"/>
                <a:cs typeface="Inter"/>
              </a:defRPr>
            </a:lvl5pPr>
            <a:lvl6pPr>
              <a:buNone/>
              <a:defRPr sz="1800" b="0">
                <a:solidFill>
                  <a:srgbClr val="A6A8FF"/>
                </a:solidFill>
                <a:latin typeface="Inter"/>
                <a:ea typeface="Inter"/>
                <a:cs typeface="Inter"/>
              </a:defRPr>
            </a:lvl6pPr>
            <a:lvl7pPr>
              <a:buNone/>
              <a:defRPr sz="1800" b="0">
                <a:solidFill>
                  <a:srgbClr val="A6A8FF"/>
                </a:solidFill>
                <a:latin typeface="Inter"/>
                <a:ea typeface="Inter"/>
                <a:cs typeface="Inter"/>
              </a:defRPr>
            </a:lvl7pPr>
            <a:lvl8pPr>
              <a:buNone/>
              <a:defRPr sz="1800" b="0">
                <a:solidFill>
                  <a:srgbClr val="A6A8FF"/>
                </a:solidFill>
                <a:latin typeface="Inter"/>
                <a:ea typeface="Inter"/>
                <a:cs typeface="Inter"/>
              </a:defRPr>
            </a:lvl8pPr>
            <a:lvl9pPr>
              <a:buNone/>
              <a:defRPr sz="1800" b="0">
                <a:solidFill>
                  <a:srgbClr val="A6A8FF"/>
                </a:solidFill>
                <a:latin typeface="Inter"/>
                <a:ea typeface="Inter"/>
                <a:cs typeface="Inter"/>
              </a:defRPr>
            </a:lvl9pPr>
          </a:lstStyle>
          <a:p xmlns:a="http://schemas.openxmlformats.org/drawingml/2006/main">
            <a:pPr>
              <a:buNone/>
              <a:defRPr sz="1800" b="0">
                <a:solidFill>
                  <a:srgbClr val="A6A8FF"/>
                </a:solidFill>
                <a:latin typeface="Inter"/>
                <a:ea typeface="Inter"/>
                <a:cs typeface="Inter"/>
              </a:defRPr>
            </a:pPr>
            <a:r>
              <a:rPr sz="1800" b="0">
                <a:solidFill>
                  <a:srgbClr val="A6A8FF"/>
                </a:solidFill>
                <a:latin typeface="Inter"/>
                <a:ea typeface="Inter"/>
                <a:cs typeface="Inter"/>
              </a:rPr>
              <a:t>Proposed pricing</a:t>
            </a:r>
          </a:p>
        </p:txBody>
      </p:sp>
      <p:sp>
        <p:nvSpPr>
          <p:cNvPr id="3" name="">
            <a:extLst xmlns:a="http://schemas.openxmlformats.org/drawingml/2006/main">
              <a:ext uri="{FF2B5EF4-FFF2-40B4-BE49-F238E27FC236}">
                <a16:creationId xmlns:a16="http://schemas.microsoft.com/office/drawing/2014/main" id="{A9A713AE-68A5-46FD-B795-852F7F0F3F26}"/>
              </a:ext>
            </a:extLst>
          </p:cNvPr>
          <p:cNvSpPr>
            <a:spLocks xmlns:a="http://schemas.openxmlformats.org/drawingml/2006/main" noGrp="1"/>
          </p:cNvSpPr>
          <p:nvPr/>
        </p:nvSpPr>
        <p:spPr>
          <a:xfrm xmlns:a="http://schemas.openxmlformats.org/drawingml/2006/main">
            <a:off x="609600" y="1952625"/>
            <a:ext cx="5257800" cy="3533775"/>
          </a:xfrm>
          <a:prstGeom xmlns:a="http://schemas.openxmlformats.org/drawingml/2006/main" prst="roundRect">
            <a:avLst>
              <a:gd name="adj" fmla="val 4313"/>
            </a:avLst>
          </a:prstGeom>
          <a:solidFill xmlns:a="http://schemas.openxmlformats.org/drawingml/2006/main">
            <a:srgbClr val="202339"/>
          </a:solidFill>
          <a:ln xmlns:a="http://schemas.openxmlformats.org/drawingml/2006/main" w="9525">
            <a:solidFill>
              <a:srgbClr val="343745"/>
            </a:solidFill>
          </a:ln>
        </p:spPr>
      </p:sp>
      <p:sp>
        <p:nvSpPr>
          <p:cNvPr id="4" name="">
            <a:extLst xmlns:a="http://schemas.openxmlformats.org/drawingml/2006/main">
              <a:ext uri="{FF2B5EF4-FFF2-40B4-BE49-F238E27FC236}">
                <a16:creationId xmlns:a16="http://schemas.microsoft.com/office/drawing/2014/main" id="{18F186A4-C118-4810-B136-A436F5DF6D0A}"/>
              </a:ext>
            </a:extLst>
          </p:cNvPr>
          <p:cNvSpPr>
            <a:spLocks xmlns:a="http://schemas.openxmlformats.org/drawingml/2006/main" noGrp="1"/>
          </p:cNvSpPr>
          <p:nvPr/>
        </p:nvSpPr>
        <p:spPr>
          <a:xfrm xmlns:a="http://schemas.openxmlformats.org/drawingml/2006/main">
            <a:off x="6096000" y="1952625"/>
            <a:ext cx="5486400" cy="3533775"/>
          </a:xfrm>
          <a:prstGeom xmlns:a="http://schemas.openxmlformats.org/drawingml/2006/main" prst="roundRect">
            <a:avLst>
              <a:gd name="adj" fmla="val 4313"/>
            </a:avLst>
          </a:prstGeom>
          <a:solidFill xmlns:a="http://schemas.openxmlformats.org/drawingml/2006/main">
            <a:srgbClr val="1B1D26"/>
          </a:solidFill>
          <a:ln xmlns:a="http://schemas.openxmlformats.org/drawingml/2006/main" w="9525">
            <a:solidFill>
              <a:srgbClr val="343745"/>
            </a:solidFill>
          </a:ln>
        </p:spPr>
      </p:sp>
      <p:sp>
        <p:nvSpPr>
          <p:cNvPr id="5" name="$9">
            <a:extLst xmlns:a="http://schemas.openxmlformats.org/drawingml/2006/main">
              <a:ext uri="{FF2B5EF4-FFF2-40B4-BE49-F238E27FC236}">
                <a16:creationId xmlns:a16="http://schemas.microsoft.com/office/drawing/2014/main" id="{24016973-2F64-4BCB-984F-3409AC08BA92}"/>
              </a:ext>
            </a:extLst>
          </p:cNvPr>
          <p:cNvSpPr>
            <a:spLocks xmlns:a="http://schemas.openxmlformats.org/drawingml/2006/main" noGrp="1"/>
          </p:cNvSpPr>
          <p:nvPr/>
        </p:nvSpPr>
        <p:spPr>
          <a:xfrm xmlns:a="http://schemas.openxmlformats.org/drawingml/2006/main">
            <a:off x="895350" y="2152650"/>
            <a:ext cx="28575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7500" b="1">
                <a:solidFill>
                  <a:srgbClr val="F3F2F7"/>
                </a:solidFill>
                <a:latin typeface="Space Grotesk"/>
                <a:ea typeface="Space Grotesk"/>
                <a:cs typeface="Space Grotesk"/>
              </a:defRPr>
            </a:defPPr>
            <a:lvl1pPr>
              <a:buNone/>
              <a:defRPr sz="7500" b="1">
                <a:solidFill>
                  <a:srgbClr val="F3F2F7"/>
                </a:solidFill>
                <a:latin typeface="Space Grotesk"/>
                <a:ea typeface="Space Grotesk"/>
                <a:cs typeface="Space Grotesk"/>
              </a:defRPr>
            </a:lvl1pPr>
            <a:lvl2pPr>
              <a:buNone/>
              <a:defRPr sz="7500" b="1">
                <a:solidFill>
                  <a:srgbClr val="F3F2F7"/>
                </a:solidFill>
                <a:latin typeface="Space Grotesk"/>
                <a:ea typeface="Space Grotesk"/>
                <a:cs typeface="Space Grotesk"/>
              </a:defRPr>
            </a:lvl2pPr>
            <a:lvl3pPr>
              <a:buNone/>
              <a:defRPr sz="7500" b="1">
                <a:solidFill>
                  <a:srgbClr val="F3F2F7"/>
                </a:solidFill>
                <a:latin typeface="Space Grotesk"/>
                <a:ea typeface="Space Grotesk"/>
                <a:cs typeface="Space Grotesk"/>
              </a:defRPr>
            </a:lvl3pPr>
            <a:lvl4pPr>
              <a:buNone/>
              <a:defRPr sz="7500" b="1">
                <a:solidFill>
                  <a:srgbClr val="F3F2F7"/>
                </a:solidFill>
                <a:latin typeface="Space Grotesk"/>
                <a:ea typeface="Space Grotesk"/>
                <a:cs typeface="Space Grotesk"/>
              </a:defRPr>
            </a:lvl4pPr>
            <a:lvl5pPr>
              <a:buNone/>
              <a:defRPr sz="7500" b="1">
                <a:solidFill>
                  <a:srgbClr val="F3F2F7"/>
                </a:solidFill>
                <a:latin typeface="Space Grotesk"/>
                <a:ea typeface="Space Grotesk"/>
                <a:cs typeface="Space Grotesk"/>
              </a:defRPr>
            </a:lvl5pPr>
            <a:lvl6pPr>
              <a:buNone/>
              <a:defRPr sz="7500" b="1">
                <a:solidFill>
                  <a:srgbClr val="F3F2F7"/>
                </a:solidFill>
                <a:latin typeface="Space Grotesk"/>
                <a:ea typeface="Space Grotesk"/>
                <a:cs typeface="Space Grotesk"/>
              </a:defRPr>
            </a:lvl6pPr>
            <a:lvl7pPr>
              <a:buNone/>
              <a:defRPr sz="7500" b="1">
                <a:solidFill>
                  <a:srgbClr val="F3F2F7"/>
                </a:solidFill>
                <a:latin typeface="Space Grotesk"/>
                <a:ea typeface="Space Grotesk"/>
                <a:cs typeface="Space Grotesk"/>
              </a:defRPr>
            </a:lvl7pPr>
            <a:lvl8pPr>
              <a:buNone/>
              <a:defRPr sz="7500" b="1">
                <a:solidFill>
                  <a:srgbClr val="F3F2F7"/>
                </a:solidFill>
                <a:latin typeface="Space Grotesk"/>
                <a:ea typeface="Space Grotesk"/>
                <a:cs typeface="Space Grotesk"/>
              </a:defRPr>
            </a:lvl8pPr>
            <a:lvl9pPr>
              <a:buNone/>
              <a:defRPr sz="7500" b="1">
                <a:solidFill>
                  <a:srgbClr val="F3F2F7"/>
                </a:solidFill>
                <a:latin typeface="Space Grotesk"/>
                <a:ea typeface="Space Grotesk"/>
                <a:cs typeface="Space Grotesk"/>
              </a:defRPr>
            </a:lvl9pPr>
          </a:lstStyle>
          <a:p xmlns:a="http://schemas.openxmlformats.org/drawingml/2006/main">
            <a:pPr>
              <a:buNone/>
              <a:defRPr sz="7500" b="1">
                <a:solidFill>
                  <a:srgbClr val="F3F2F7"/>
                </a:solidFill>
                <a:latin typeface="Space Grotesk"/>
                <a:ea typeface="Space Grotesk"/>
                <a:cs typeface="Space Grotesk"/>
              </a:defRPr>
            </a:pPr>
            <a:r>
              <a:rPr sz="7500" b="1">
                <a:solidFill>
                  <a:srgbClr val="F3F2F7"/>
                </a:solidFill>
                <a:latin typeface="Space Grotesk"/>
                <a:ea typeface="Space Grotesk"/>
                <a:cs typeface="Space Grotesk"/>
              </a:rPr>
              <a:t>$9</a:t>
            </a:r>
          </a:p>
        </p:txBody>
      </p:sp>
      <p:sp>
        <p:nvSpPr>
          <p:cNvPr id="6" name="per month">
            <a:extLst xmlns:a="http://schemas.openxmlformats.org/drawingml/2006/main">
              <a:ext uri="{FF2B5EF4-FFF2-40B4-BE49-F238E27FC236}">
                <a16:creationId xmlns:a16="http://schemas.microsoft.com/office/drawing/2014/main" id="{1FEFDEDB-423E-4CAE-AC22-AF090157B077}"/>
              </a:ext>
            </a:extLst>
          </p:cNvPr>
          <p:cNvSpPr>
            <a:spLocks xmlns:a="http://schemas.openxmlformats.org/drawingml/2006/main" noGrp="1"/>
          </p:cNvSpPr>
          <p:nvPr/>
        </p:nvSpPr>
        <p:spPr>
          <a:xfrm xmlns:a="http://schemas.openxmlformats.org/drawingml/2006/main">
            <a:off x="2838450" y="2714625"/>
            <a:ext cx="27146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75" b="0">
                <a:solidFill>
                  <a:srgbClr val="B6B6C7"/>
                </a:solidFill>
                <a:latin typeface="Inter"/>
                <a:ea typeface="Inter"/>
                <a:cs typeface="Inter"/>
              </a:defRPr>
            </a:defPPr>
            <a:lvl1pPr>
              <a:buNone/>
              <a:defRPr sz="2175" b="0">
                <a:solidFill>
                  <a:srgbClr val="B6B6C7"/>
                </a:solidFill>
                <a:latin typeface="Inter"/>
                <a:ea typeface="Inter"/>
                <a:cs typeface="Inter"/>
              </a:defRPr>
            </a:lvl1pPr>
            <a:lvl2pPr>
              <a:buNone/>
              <a:defRPr sz="2175" b="0">
                <a:solidFill>
                  <a:srgbClr val="B6B6C7"/>
                </a:solidFill>
                <a:latin typeface="Inter"/>
                <a:ea typeface="Inter"/>
                <a:cs typeface="Inter"/>
              </a:defRPr>
            </a:lvl2pPr>
            <a:lvl3pPr>
              <a:buNone/>
              <a:defRPr sz="2175" b="0">
                <a:solidFill>
                  <a:srgbClr val="B6B6C7"/>
                </a:solidFill>
                <a:latin typeface="Inter"/>
                <a:ea typeface="Inter"/>
                <a:cs typeface="Inter"/>
              </a:defRPr>
            </a:lvl3pPr>
            <a:lvl4pPr>
              <a:buNone/>
              <a:defRPr sz="2175" b="0">
                <a:solidFill>
                  <a:srgbClr val="B6B6C7"/>
                </a:solidFill>
                <a:latin typeface="Inter"/>
                <a:ea typeface="Inter"/>
                <a:cs typeface="Inter"/>
              </a:defRPr>
            </a:lvl4pPr>
            <a:lvl5pPr>
              <a:buNone/>
              <a:defRPr sz="2175" b="0">
                <a:solidFill>
                  <a:srgbClr val="B6B6C7"/>
                </a:solidFill>
                <a:latin typeface="Inter"/>
                <a:ea typeface="Inter"/>
                <a:cs typeface="Inter"/>
              </a:defRPr>
            </a:lvl5pPr>
            <a:lvl6pPr>
              <a:buNone/>
              <a:defRPr sz="2175" b="0">
                <a:solidFill>
                  <a:srgbClr val="B6B6C7"/>
                </a:solidFill>
                <a:latin typeface="Inter"/>
                <a:ea typeface="Inter"/>
                <a:cs typeface="Inter"/>
              </a:defRPr>
            </a:lvl6pPr>
            <a:lvl7pPr>
              <a:buNone/>
              <a:defRPr sz="2175" b="0">
                <a:solidFill>
                  <a:srgbClr val="B6B6C7"/>
                </a:solidFill>
                <a:latin typeface="Inter"/>
                <a:ea typeface="Inter"/>
                <a:cs typeface="Inter"/>
              </a:defRPr>
            </a:lvl7pPr>
            <a:lvl8pPr>
              <a:buNone/>
              <a:defRPr sz="2175" b="0">
                <a:solidFill>
                  <a:srgbClr val="B6B6C7"/>
                </a:solidFill>
                <a:latin typeface="Inter"/>
                <a:ea typeface="Inter"/>
                <a:cs typeface="Inter"/>
              </a:defRPr>
            </a:lvl8pPr>
            <a:lvl9pPr>
              <a:buNone/>
              <a:defRPr sz="2175" b="0">
                <a:solidFill>
                  <a:srgbClr val="B6B6C7"/>
                </a:solidFill>
                <a:latin typeface="Inter"/>
                <a:ea typeface="Inter"/>
                <a:cs typeface="Inter"/>
              </a:defRPr>
            </a:lvl9pPr>
          </a:lstStyle>
          <a:p xmlns:a="http://schemas.openxmlformats.org/drawingml/2006/main">
            <a:pPr>
              <a:buNone/>
              <a:defRPr sz="2175" b="0">
                <a:solidFill>
                  <a:srgbClr val="B6B6C7"/>
                </a:solidFill>
                <a:latin typeface="Inter"/>
                <a:ea typeface="Inter"/>
                <a:cs typeface="Inter"/>
              </a:defRPr>
            </a:pPr>
            <a:r>
              <a:rPr sz="2175" b="0">
                <a:solidFill>
                  <a:srgbClr val="B6B6C7"/>
                </a:solidFill>
                <a:latin typeface="Inter"/>
                <a:ea typeface="Inter"/>
                <a:cs typeface="Inter"/>
              </a:rPr>
              <a:t>per month</a:t>
            </a:r>
          </a:p>
        </p:txBody>
      </p:sp>
      <p:sp>
        <p:nvSpPr>
          <p:cNvPr id="7" name="One workspace subscription">
            <a:extLst xmlns:a="http://schemas.openxmlformats.org/drawingml/2006/main">
              <a:ext uri="{FF2B5EF4-FFF2-40B4-BE49-F238E27FC236}">
                <a16:creationId xmlns:a16="http://schemas.microsoft.com/office/drawing/2014/main" id="{2BE125E5-C13E-4ACC-AA41-E0725C2EF51F}"/>
              </a:ext>
            </a:extLst>
          </p:cNvPr>
          <p:cNvSpPr>
            <a:spLocks xmlns:a="http://schemas.openxmlformats.org/drawingml/2006/main" noGrp="1"/>
          </p:cNvSpPr>
          <p:nvPr/>
        </p:nvSpPr>
        <p:spPr>
          <a:xfrm xmlns:a="http://schemas.openxmlformats.org/drawingml/2006/main">
            <a:off x="895350" y="3552825"/>
            <a:ext cx="466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400" b="1">
                <a:solidFill>
                  <a:srgbClr val="F3F2F7"/>
                </a:solidFill>
                <a:latin typeface="Space Grotesk"/>
                <a:ea typeface="Space Grotesk"/>
                <a:cs typeface="Space Grotesk"/>
              </a:defRPr>
            </a:defPPr>
            <a:lvl1pPr>
              <a:buNone/>
              <a:defRPr sz="2400" b="1">
                <a:solidFill>
                  <a:srgbClr val="F3F2F7"/>
                </a:solidFill>
                <a:latin typeface="Space Grotesk"/>
                <a:ea typeface="Space Grotesk"/>
                <a:cs typeface="Space Grotesk"/>
              </a:defRPr>
            </a:lvl1pPr>
            <a:lvl2pPr>
              <a:buNone/>
              <a:defRPr sz="2400" b="1">
                <a:solidFill>
                  <a:srgbClr val="F3F2F7"/>
                </a:solidFill>
                <a:latin typeface="Space Grotesk"/>
                <a:ea typeface="Space Grotesk"/>
                <a:cs typeface="Space Grotesk"/>
              </a:defRPr>
            </a:lvl2pPr>
            <a:lvl3pPr>
              <a:buNone/>
              <a:defRPr sz="2400" b="1">
                <a:solidFill>
                  <a:srgbClr val="F3F2F7"/>
                </a:solidFill>
                <a:latin typeface="Space Grotesk"/>
                <a:ea typeface="Space Grotesk"/>
                <a:cs typeface="Space Grotesk"/>
              </a:defRPr>
            </a:lvl3pPr>
            <a:lvl4pPr>
              <a:buNone/>
              <a:defRPr sz="2400" b="1">
                <a:solidFill>
                  <a:srgbClr val="F3F2F7"/>
                </a:solidFill>
                <a:latin typeface="Space Grotesk"/>
                <a:ea typeface="Space Grotesk"/>
                <a:cs typeface="Space Grotesk"/>
              </a:defRPr>
            </a:lvl4pPr>
            <a:lvl5pPr>
              <a:buNone/>
              <a:defRPr sz="2400" b="1">
                <a:solidFill>
                  <a:srgbClr val="F3F2F7"/>
                </a:solidFill>
                <a:latin typeface="Space Grotesk"/>
                <a:ea typeface="Space Grotesk"/>
                <a:cs typeface="Space Grotesk"/>
              </a:defRPr>
            </a:lvl5pPr>
            <a:lvl6pPr>
              <a:buNone/>
              <a:defRPr sz="2400" b="1">
                <a:solidFill>
                  <a:srgbClr val="F3F2F7"/>
                </a:solidFill>
                <a:latin typeface="Space Grotesk"/>
                <a:ea typeface="Space Grotesk"/>
                <a:cs typeface="Space Grotesk"/>
              </a:defRPr>
            </a:lvl6pPr>
            <a:lvl7pPr>
              <a:buNone/>
              <a:defRPr sz="2400" b="1">
                <a:solidFill>
                  <a:srgbClr val="F3F2F7"/>
                </a:solidFill>
                <a:latin typeface="Space Grotesk"/>
                <a:ea typeface="Space Grotesk"/>
                <a:cs typeface="Space Grotesk"/>
              </a:defRPr>
            </a:lvl7pPr>
            <a:lvl8pPr>
              <a:buNone/>
              <a:defRPr sz="2400" b="1">
                <a:solidFill>
                  <a:srgbClr val="F3F2F7"/>
                </a:solidFill>
                <a:latin typeface="Space Grotesk"/>
                <a:ea typeface="Space Grotesk"/>
                <a:cs typeface="Space Grotesk"/>
              </a:defRPr>
            </a:lvl8pPr>
            <a:lvl9pPr>
              <a:buNone/>
              <a:defRPr sz="2400" b="1">
                <a:solidFill>
                  <a:srgbClr val="F3F2F7"/>
                </a:solidFill>
                <a:latin typeface="Space Grotesk"/>
                <a:ea typeface="Space Grotesk"/>
                <a:cs typeface="Space Grotesk"/>
              </a:defRPr>
            </a:lvl9pPr>
          </a:lstStyle>
          <a:p xmlns:a="http://schemas.openxmlformats.org/drawingml/2006/main">
            <a:pPr>
              <a:buNone/>
              <a:defRPr sz="2400" b="1">
                <a:solidFill>
                  <a:srgbClr val="F3F2F7"/>
                </a:solidFill>
                <a:latin typeface="Space Grotesk"/>
                <a:ea typeface="Space Grotesk"/>
                <a:cs typeface="Space Grotesk"/>
              </a:defRPr>
            </a:pPr>
            <a:r>
              <a:rPr sz="2400" b="1">
                <a:solidFill>
                  <a:srgbClr val="F3F2F7"/>
                </a:solidFill>
                <a:latin typeface="Space Grotesk"/>
                <a:ea typeface="Space Grotesk"/>
                <a:cs typeface="Space Grotesk"/>
              </a:rPr>
              <a:t>One workspace subscription</a:t>
            </a:r>
          </a:p>
        </p:txBody>
      </p:sp>
      <p:sp>
        <p:nvSpPr>
          <p:cNvPr id="8" name="Use the workspace and publish&#10;or share a">
            <a:extLst xmlns:a="http://schemas.openxmlformats.org/drawingml/2006/main">
              <a:ext uri="{FF2B5EF4-FFF2-40B4-BE49-F238E27FC236}">
                <a16:creationId xmlns:a16="http://schemas.microsoft.com/office/drawing/2014/main" id="{9E6FAB11-D61D-4CD6-B9A5-70BFEF7B49F7}"/>
              </a:ext>
            </a:extLst>
          </p:cNvPr>
          <p:cNvSpPr>
            <a:spLocks xmlns:a="http://schemas.openxmlformats.org/drawingml/2006/main" noGrp="1"/>
          </p:cNvSpPr>
          <p:nvPr/>
        </p:nvSpPr>
        <p:spPr>
          <a:xfrm xmlns:a="http://schemas.openxmlformats.org/drawingml/2006/main">
            <a:off x="895350" y="4352925"/>
            <a:ext cx="4667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0">
                <a:solidFill>
                  <a:srgbClr val="B6B6C7"/>
                </a:solidFill>
                <a:latin typeface="Inter"/>
                <a:ea typeface="Inter"/>
                <a:cs typeface="Inter"/>
              </a:defRPr>
            </a:defPPr>
            <a:lvl1pPr>
              <a:buNone/>
              <a:defRPr sz="2025" b="0">
                <a:solidFill>
                  <a:srgbClr val="B6B6C7"/>
                </a:solidFill>
                <a:latin typeface="Inter"/>
                <a:ea typeface="Inter"/>
                <a:cs typeface="Inter"/>
              </a:defRPr>
            </a:lvl1pPr>
            <a:lvl2pPr>
              <a:buNone/>
              <a:defRPr sz="2025" b="0">
                <a:solidFill>
                  <a:srgbClr val="B6B6C7"/>
                </a:solidFill>
                <a:latin typeface="Inter"/>
                <a:ea typeface="Inter"/>
                <a:cs typeface="Inter"/>
              </a:defRPr>
            </a:lvl2pPr>
            <a:lvl3pPr>
              <a:buNone/>
              <a:defRPr sz="2025" b="0">
                <a:solidFill>
                  <a:srgbClr val="B6B6C7"/>
                </a:solidFill>
                <a:latin typeface="Inter"/>
                <a:ea typeface="Inter"/>
                <a:cs typeface="Inter"/>
              </a:defRPr>
            </a:lvl3pPr>
            <a:lvl4pPr>
              <a:buNone/>
              <a:defRPr sz="2025" b="0">
                <a:solidFill>
                  <a:srgbClr val="B6B6C7"/>
                </a:solidFill>
                <a:latin typeface="Inter"/>
                <a:ea typeface="Inter"/>
                <a:cs typeface="Inter"/>
              </a:defRPr>
            </a:lvl4pPr>
            <a:lvl5pPr>
              <a:buNone/>
              <a:defRPr sz="2025" b="0">
                <a:solidFill>
                  <a:srgbClr val="B6B6C7"/>
                </a:solidFill>
                <a:latin typeface="Inter"/>
                <a:ea typeface="Inter"/>
                <a:cs typeface="Inter"/>
              </a:defRPr>
            </a:lvl5pPr>
            <a:lvl6pPr>
              <a:buNone/>
              <a:defRPr sz="2025" b="0">
                <a:solidFill>
                  <a:srgbClr val="B6B6C7"/>
                </a:solidFill>
                <a:latin typeface="Inter"/>
                <a:ea typeface="Inter"/>
                <a:cs typeface="Inter"/>
              </a:defRPr>
            </a:lvl6pPr>
            <a:lvl7pPr>
              <a:buNone/>
              <a:defRPr sz="2025" b="0">
                <a:solidFill>
                  <a:srgbClr val="B6B6C7"/>
                </a:solidFill>
                <a:latin typeface="Inter"/>
                <a:ea typeface="Inter"/>
                <a:cs typeface="Inter"/>
              </a:defRPr>
            </a:lvl7pPr>
            <a:lvl8pPr>
              <a:buNone/>
              <a:defRPr sz="2025" b="0">
                <a:solidFill>
                  <a:srgbClr val="B6B6C7"/>
                </a:solidFill>
                <a:latin typeface="Inter"/>
                <a:ea typeface="Inter"/>
                <a:cs typeface="Inter"/>
              </a:defRPr>
            </a:lvl8pPr>
            <a:lvl9pPr>
              <a:buNone/>
              <a:defRPr sz="2025" b="0">
                <a:solidFill>
                  <a:srgbClr val="B6B6C7"/>
                </a:solidFill>
                <a:latin typeface="Inter"/>
                <a:ea typeface="Inter"/>
                <a:cs typeface="Inter"/>
              </a:defRPr>
            </a:lvl9pPr>
          </a:lstStyle>
          <a:p xmlns:a="http://schemas.openxmlformats.org/drawingml/2006/main">
            <a:pPr>
              <a:buNone/>
              <a:defRPr sz="2025" b="0">
                <a:solidFill>
                  <a:srgbClr val="B6B6C7"/>
                </a:solidFill>
                <a:latin typeface="Inter"/>
                <a:ea typeface="Inter"/>
                <a:cs typeface="Inter"/>
              </a:defRPr>
            </a:pPr>
            <a:r>
              <a:rPr sz="2025" b="0">
                <a:solidFill>
                  <a:srgbClr val="B6B6C7"/>
                </a:solidFill>
                <a:latin typeface="Inter"/>
                <a:ea typeface="Inter"/>
                <a:cs typeface="Inter"/>
              </a:rPr>
              <a:t>Use the workspace and publish</a:t>
            </a:r>
          </a:p>
          <a:p xmlns:a="http://schemas.openxmlformats.org/drawingml/2006/main">
            <a:pPr>
              <a:buNone/>
              <a:defRPr sz="2025" b="0">
                <a:solidFill>
                  <a:srgbClr val="B6B6C7"/>
                </a:solidFill>
                <a:latin typeface="Inter"/>
                <a:ea typeface="Inter"/>
                <a:cs typeface="Inter"/>
              </a:defRPr>
            </a:pPr>
            <a:r>
              <a:rPr sz="2025" b="0">
                <a:solidFill>
                  <a:srgbClr val="B6B6C7"/>
                </a:solidFill>
                <a:latin typeface="Inter"/>
                <a:ea typeface="Inter"/>
                <a:cs typeface="Inter"/>
              </a:rPr>
              <a:t>or share agents and workflows.</a:t>
            </a:r>
          </a:p>
        </p:txBody>
      </p:sp>
      <p:sp>
        <p:nvSpPr>
          <p:cNvPr id="9" name="3%">
            <a:extLst xmlns:a="http://schemas.openxmlformats.org/drawingml/2006/main">
              <a:ext uri="{FF2B5EF4-FFF2-40B4-BE49-F238E27FC236}">
                <a16:creationId xmlns:a16="http://schemas.microsoft.com/office/drawing/2014/main" id="{B4A50B7C-6ED5-499C-9F0E-B33CEFF7265A}"/>
              </a:ext>
            </a:extLst>
          </p:cNvPr>
          <p:cNvSpPr>
            <a:spLocks xmlns:a="http://schemas.openxmlformats.org/drawingml/2006/main" noGrp="1"/>
          </p:cNvSpPr>
          <p:nvPr/>
        </p:nvSpPr>
        <p:spPr>
          <a:xfrm xmlns:a="http://schemas.openxmlformats.org/drawingml/2006/main">
            <a:off x="6381750" y="2152650"/>
            <a:ext cx="42862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7500" b="1">
                <a:solidFill>
                  <a:srgbClr val="A6A8FF"/>
                </a:solidFill>
                <a:latin typeface="Space Grotesk"/>
                <a:ea typeface="Space Grotesk"/>
                <a:cs typeface="Space Grotesk"/>
              </a:defRPr>
            </a:defPPr>
            <a:lvl1pPr>
              <a:buNone/>
              <a:defRPr sz="7500" b="1">
                <a:solidFill>
                  <a:srgbClr val="A6A8FF"/>
                </a:solidFill>
                <a:latin typeface="Space Grotesk"/>
                <a:ea typeface="Space Grotesk"/>
                <a:cs typeface="Space Grotesk"/>
              </a:defRPr>
            </a:lvl1pPr>
            <a:lvl2pPr>
              <a:buNone/>
              <a:defRPr sz="7500" b="1">
                <a:solidFill>
                  <a:srgbClr val="A6A8FF"/>
                </a:solidFill>
                <a:latin typeface="Space Grotesk"/>
                <a:ea typeface="Space Grotesk"/>
                <a:cs typeface="Space Grotesk"/>
              </a:defRPr>
            </a:lvl2pPr>
            <a:lvl3pPr>
              <a:buNone/>
              <a:defRPr sz="7500" b="1">
                <a:solidFill>
                  <a:srgbClr val="A6A8FF"/>
                </a:solidFill>
                <a:latin typeface="Space Grotesk"/>
                <a:ea typeface="Space Grotesk"/>
                <a:cs typeface="Space Grotesk"/>
              </a:defRPr>
            </a:lvl3pPr>
            <a:lvl4pPr>
              <a:buNone/>
              <a:defRPr sz="7500" b="1">
                <a:solidFill>
                  <a:srgbClr val="A6A8FF"/>
                </a:solidFill>
                <a:latin typeface="Space Grotesk"/>
                <a:ea typeface="Space Grotesk"/>
                <a:cs typeface="Space Grotesk"/>
              </a:defRPr>
            </a:lvl4pPr>
            <a:lvl5pPr>
              <a:buNone/>
              <a:defRPr sz="7500" b="1">
                <a:solidFill>
                  <a:srgbClr val="A6A8FF"/>
                </a:solidFill>
                <a:latin typeface="Space Grotesk"/>
                <a:ea typeface="Space Grotesk"/>
                <a:cs typeface="Space Grotesk"/>
              </a:defRPr>
            </a:lvl5pPr>
            <a:lvl6pPr>
              <a:buNone/>
              <a:defRPr sz="7500" b="1">
                <a:solidFill>
                  <a:srgbClr val="A6A8FF"/>
                </a:solidFill>
                <a:latin typeface="Space Grotesk"/>
                <a:ea typeface="Space Grotesk"/>
                <a:cs typeface="Space Grotesk"/>
              </a:defRPr>
            </a:lvl6pPr>
            <a:lvl7pPr>
              <a:buNone/>
              <a:defRPr sz="7500" b="1">
                <a:solidFill>
                  <a:srgbClr val="A6A8FF"/>
                </a:solidFill>
                <a:latin typeface="Space Grotesk"/>
                <a:ea typeface="Space Grotesk"/>
                <a:cs typeface="Space Grotesk"/>
              </a:defRPr>
            </a:lvl7pPr>
            <a:lvl8pPr>
              <a:buNone/>
              <a:defRPr sz="7500" b="1">
                <a:solidFill>
                  <a:srgbClr val="A6A8FF"/>
                </a:solidFill>
                <a:latin typeface="Space Grotesk"/>
                <a:ea typeface="Space Grotesk"/>
                <a:cs typeface="Space Grotesk"/>
              </a:defRPr>
            </a:lvl8pPr>
            <a:lvl9pPr>
              <a:buNone/>
              <a:defRPr sz="7500" b="1">
                <a:solidFill>
                  <a:srgbClr val="A6A8FF"/>
                </a:solidFill>
                <a:latin typeface="Space Grotesk"/>
                <a:ea typeface="Space Grotesk"/>
                <a:cs typeface="Space Grotesk"/>
              </a:defRPr>
            </a:lvl9pPr>
          </a:lstStyle>
          <a:p xmlns:a="http://schemas.openxmlformats.org/drawingml/2006/main">
            <a:pPr>
              <a:buNone/>
              <a:defRPr sz="7500" b="1">
                <a:solidFill>
                  <a:srgbClr val="A6A8FF"/>
                </a:solidFill>
                <a:latin typeface="Space Grotesk"/>
                <a:ea typeface="Space Grotesk"/>
                <a:cs typeface="Space Grotesk"/>
              </a:defRPr>
            </a:pPr>
            <a:r>
              <a:rPr sz="7500" b="1">
                <a:solidFill>
                  <a:srgbClr val="A6A8FF"/>
                </a:solidFill>
                <a:latin typeface="Space Grotesk"/>
                <a:ea typeface="Space Grotesk"/>
                <a:cs typeface="Space Grotesk"/>
              </a:rPr>
              <a:t>3%</a:t>
            </a:r>
          </a:p>
        </p:txBody>
      </p:sp>
      <p:sp>
        <p:nvSpPr>
          <p:cNvPr id="10" name="Marketplace seller commission">
            <a:extLst xmlns:a="http://schemas.openxmlformats.org/drawingml/2006/main">
              <a:ext uri="{FF2B5EF4-FFF2-40B4-BE49-F238E27FC236}">
                <a16:creationId xmlns:a16="http://schemas.microsoft.com/office/drawing/2014/main" id="{5F3E694C-4889-466E-AE70-AF0B22711515}"/>
              </a:ext>
            </a:extLst>
          </p:cNvPr>
          <p:cNvSpPr>
            <a:spLocks xmlns:a="http://schemas.openxmlformats.org/drawingml/2006/main" noGrp="1"/>
          </p:cNvSpPr>
          <p:nvPr/>
        </p:nvSpPr>
        <p:spPr>
          <a:xfrm xmlns:a="http://schemas.openxmlformats.org/drawingml/2006/main">
            <a:off x="6381750" y="3552825"/>
            <a:ext cx="48958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325" b="1">
                <a:solidFill>
                  <a:srgbClr val="F3F2F7"/>
                </a:solidFill>
                <a:latin typeface="Space Grotesk"/>
                <a:ea typeface="Space Grotesk"/>
                <a:cs typeface="Space Grotesk"/>
              </a:defRPr>
            </a:defPPr>
            <a:lvl1pPr>
              <a:buNone/>
              <a:defRPr sz="2325" b="1">
                <a:solidFill>
                  <a:srgbClr val="F3F2F7"/>
                </a:solidFill>
                <a:latin typeface="Space Grotesk"/>
                <a:ea typeface="Space Grotesk"/>
                <a:cs typeface="Space Grotesk"/>
              </a:defRPr>
            </a:lvl1pPr>
            <a:lvl2pPr>
              <a:buNone/>
              <a:defRPr sz="2325" b="1">
                <a:solidFill>
                  <a:srgbClr val="F3F2F7"/>
                </a:solidFill>
                <a:latin typeface="Space Grotesk"/>
                <a:ea typeface="Space Grotesk"/>
                <a:cs typeface="Space Grotesk"/>
              </a:defRPr>
            </a:lvl2pPr>
            <a:lvl3pPr>
              <a:buNone/>
              <a:defRPr sz="2325" b="1">
                <a:solidFill>
                  <a:srgbClr val="F3F2F7"/>
                </a:solidFill>
                <a:latin typeface="Space Grotesk"/>
                <a:ea typeface="Space Grotesk"/>
                <a:cs typeface="Space Grotesk"/>
              </a:defRPr>
            </a:lvl3pPr>
            <a:lvl4pPr>
              <a:buNone/>
              <a:defRPr sz="2325" b="1">
                <a:solidFill>
                  <a:srgbClr val="F3F2F7"/>
                </a:solidFill>
                <a:latin typeface="Space Grotesk"/>
                <a:ea typeface="Space Grotesk"/>
                <a:cs typeface="Space Grotesk"/>
              </a:defRPr>
            </a:lvl4pPr>
            <a:lvl5pPr>
              <a:buNone/>
              <a:defRPr sz="2325" b="1">
                <a:solidFill>
                  <a:srgbClr val="F3F2F7"/>
                </a:solidFill>
                <a:latin typeface="Space Grotesk"/>
                <a:ea typeface="Space Grotesk"/>
                <a:cs typeface="Space Grotesk"/>
              </a:defRPr>
            </a:lvl5pPr>
            <a:lvl6pPr>
              <a:buNone/>
              <a:defRPr sz="2325" b="1">
                <a:solidFill>
                  <a:srgbClr val="F3F2F7"/>
                </a:solidFill>
                <a:latin typeface="Space Grotesk"/>
                <a:ea typeface="Space Grotesk"/>
                <a:cs typeface="Space Grotesk"/>
              </a:defRPr>
            </a:lvl6pPr>
            <a:lvl7pPr>
              <a:buNone/>
              <a:defRPr sz="2325" b="1">
                <a:solidFill>
                  <a:srgbClr val="F3F2F7"/>
                </a:solidFill>
                <a:latin typeface="Space Grotesk"/>
                <a:ea typeface="Space Grotesk"/>
                <a:cs typeface="Space Grotesk"/>
              </a:defRPr>
            </a:lvl7pPr>
            <a:lvl8pPr>
              <a:buNone/>
              <a:defRPr sz="2325" b="1">
                <a:solidFill>
                  <a:srgbClr val="F3F2F7"/>
                </a:solidFill>
                <a:latin typeface="Space Grotesk"/>
                <a:ea typeface="Space Grotesk"/>
                <a:cs typeface="Space Grotesk"/>
              </a:defRPr>
            </a:lvl8pPr>
            <a:lvl9pPr>
              <a:buNone/>
              <a:defRPr sz="2325" b="1">
                <a:solidFill>
                  <a:srgbClr val="F3F2F7"/>
                </a:solidFill>
                <a:latin typeface="Space Grotesk"/>
                <a:ea typeface="Space Grotesk"/>
                <a:cs typeface="Space Grotesk"/>
              </a:defRPr>
            </a:lvl9pPr>
          </a:lstStyle>
          <a:p xmlns:a="http://schemas.openxmlformats.org/drawingml/2006/main">
            <a:pPr>
              <a:buNone/>
              <a:defRPr sz="2325" b="1">
                <a:solidFill>
                  <a:srgbClr val="F3F2F7"/>
                </a:solidFill>
                <a:latin typeface="Space Grotesk"/>
                <a:ea typeface="Space Grotesk"/>
                <a:cs typeface="Space Grotesk"/>
              </a:defRPr>
            </a:pPr>
            <a:r>
              <a:rPr sz="2325" b="1">
                <a:solidFill>
                  <a:srgbClr val="F3F2F7"/>
                </a:solidFill>
                <a:latin typeface="Space Grotesk"/>
                <a:ea typeface="Space Grotesk"/>
                <a:cs typeface="Space Grotesk"/>
              </a:rPr>
              <a:t>Marketplace seller commission</a:t>
            </a:r>
          </a:p>
        </p:txBody>
      </p:sp>
      <p:sp>
        <p:nvSpPr>
          <p:cNvPr id="11" name="Only on completed marketplace sales.&#10;No ">
            <a:extLst xmlns:a="http://schemas.openxmlformats.org/drawingml/2006/main">
              <a:ext uri="{FF2B5EF4-FFF2-40B4-BE49-F238E27FC236}">
                <a16:creationId xmlns:a16="http://schemas.microsoft.com/office/drawing/2014/main" id="{D2BE3748-8301-43BE-BAC8-FC8B5E92D16C}"/>
              </a:ext>
            </a:extLst>
          </p:cNvPr>
          <p:cNvSpPr>
            <a:spLocks xmlns:a="http://schemas.openxmlformats.org/drawingml/2006/main" noGrp="1"/>
          </p:cNvSpPr>
          <p:nvPr/>
        </p:nvSpPr>
        <p:spPr>
          <a:xfrm xmlns:a="http://schemas.openxmlformats.org/drawingml/2006/main">
            <a:off x="6381750" y="4505325"/>
            <a:ext cx="48958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B6B6C7"/>
                </a:solidFill>
                <a:latin typeface="Inter"/>
                <a:ea typeface="Inter"/>
                <a:cs typeface="Inter"/>
              </a:defRPr>
            </a:defPPr>
            <a:lvl1pPr>
              <a:buNone/>
              <a:defRPr sz="1875" b="0">
                <a:solidFill>
                  <a:srgbClr val="B6B6C7"/>
                </a:solidFill>
                <a:latin typeface="Inter"/>
                <a:ea typeface="Inter"/>
                <a:cs typeface="Inter"/>
              </a:defRPr>
            </a:lvl1pPr>
            <a:lvl2pPr>
              <a:buNone/>
              <a:defRPr sz="1875" b="0">
                <a:solidFill>
                  <a:srgbClr val="B6B6C7"/>
                </a:solidFill>
                <a:latin typeface="Inter"/>
                <a:ea typeface="Inter"/>
                <a:cs typeface="Inter"/>
              </a:defRPr>
            </a:lvl2pPr>
            <a:lvl3pPr>
              <a:buNone/>
              <a:defRPr sz="1875" b="0">
                <a:solidFill>
                  <a:srgbClr val="B6B6C7"/>
                </a:solidFill>
                <a:latin typeface="Inter"/>
                <a:ea typeface="Inter"/>
                <a:cs typeface="Inter"/>
              </a:defRPr>
            </a:lvl3pPr>
            <a:lvl4pPr>
              <a:buNone/>
              <a:defRPr sz="1875" b="0">
                <a:solidFill>
                  <a:srgbClr val="B6B6C7"/>
                </a:solidFill>
                <a:latin typeface="Inter"/>
                <a:ea typeface="Inter"/>
                <a:cs typeface="Inter"/>
              </a:defRPr>
            </a:lvl4pPr>
            <a:lvl5pPr>
              <a:buNone/>
              <a:defRPr sz="1875" b="0">
                <a:solidFill>
                  <a:srgbClr val="B6B6C7"/>
                </a:solidFill>
                <a:latin typeface="Inter"/>
                <a:ea typeface="Inter"/>
                <a:cs typeface="Inter"/>
              </a:defRPr>
            </a:lvl5pPr>
            <a:lvl6pPr>
              <a:buNone/>
              <a:defRPr sz="1875" b="0">
                <a:solidFill>
                  <a:srgbClr val="B6B6C7"/>
                </a:solidFill>
                <a:latin typeface="Inter"/>
                <a:ea typeface="Inter"/>
                <a:cs typeface="Inter"/>
              </a:defRPr>
            </a:lvl6pPr>
            <a:lvl7pPr>
              <a:buNone/>
              <a:defRPr sz="1875" b="0">
                <a:solidFill>
                  <a:srgbClr val="B6B6C7"/>
                </a:solidFill>
                <a:latin typeface="Inter"/>
                <a:ea typeface="Inter"/>
                <a:cs typeface="Inter"/>
              </a:defRPr>
            </a:lvl7pPr>
            <a:lvl8pPr>
              <a:buNone/>
              <a:defRPr sz="1875" b="0">
                <a:solidFill>
                  <a:srgbClr val="B6B6C7"/>
                </a:solidFill>
                <a:latin typeface="Inter"/>
                <a:ea typeface="Inter"/>
                <a:cs typeface="Inter"/>
              </a:defRPr>
            </a:lvl8pPr>
            <a:lvl9pPr>
              <a:buNone/>
              <a:defRPr sz="1875" b="0">
                <a:solidFill>
                  <a:srgbClr val="B6B6C7"/>
                </a:solidFill>
                <a:latin typeface="Inter"/>
                <a:ea typeface="Inter"/>
                <a:cs typeface="Inter"/>
              </a:defRPr>
            </a:lvl9pPr>
          </a:lstStyle>
          <a:p xmlns:a="http://schemas.openxmlformats.org/drawingml/2006/main">
            <a:pPr>
              <a:buNone/>
              <a:defRPr sz="1875" b="0">
                <a:solidFill>
                  <a:srgbClr val="B6B6C7"/>
                </a:solidFill>
                <a:latin typeface="Inter"/>
                <a:ea typeface="Inter"/>
                <a:cs typeface="Inter"/>
              </a:defRPr>
            </a:pPr>
            <a:r>
              <a:rPr sz="1875" b="0">
                <a:solidFill>
                  <a:srgbClr val="B6B6C7"/>
                </a:solidFill>
                <a:latin typeface="Inter"/>
                <a:ea typeface="Inter"/>
                <a:cs typeface="Inter"/>
              </a:rPr>
              <a:t>Only on completed marketplace sales.</a:t>
            </a:r>
          </a:p>
          <a:p xmlns:a="http://schemas.openxmlformats.org/drawingml/2006/main">
            <a:pPr>
              <a:buNone/>
              <a:defRPr sz="1875" b="0">
                <a:solidFill>
                  <a:srgbClr val="B6B6C7"/>
                </a:solidFill>
                <a:latin typeface="Inter"/>
                <a:ea typeface="Inter"/>
                <a:cs typeface="Inter"/>
              </a:defRPr>
            </a:pPr>
            <a:r>
              <a:rPr sz="1875" b="0">
                <a:solidFill>
                  <a:srgbClr val="B6B6C7"/>
                </a:solidFill>
                <a:latin typeface="Inter"/>
                <a:ea typeface="Inter"/>
                <a:cs typeface="Inter"/>
              </a:rPr>
              <a:t>No percentage fee on other payments.</a:t>
            </a:r>
          </a:p>
        </p:txBody>
      </p:sp>
      <p:sp>
        <p:nvSpPr>
          <p:cNvPr id="12" name="Proposal for validation. Current platfor">
            <a:extLst xmlns:a="http://schemas.openxmlformats.org/drawingml/2006/main">
              <a:ext uri="{FF2B5EF4-FFF2-40B4-BE49-F238E27FC236}">
                <a16:creationId xmlns:a16="http://schemas.microsoft.com/office/drawing/2014/main" id="{BBA502AA-CDFB-4D5C-A57A-06EEF79C1929}"/>
              </a:ext>
            </a:extLst>
          </p:cNvPr>
          <p:cNvSpPr>
            <a:spLocks xmlns:a="http://schemas.openxmlformats.org/drawingml/2006/main" noGrp="1"/>
          </p:cNvSpPr>
          <p:nvPr/>
        </p:nvSpPr>
        <p:spPr>
          <a:xfrm xmlns:a="http://schemas.openxmlformats.org/drawingml/2006/main">
            <a:off x="609600" y="6019800"/>
            <a:ext cx="10953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650" b="0">
                <a:solidFill>
                  <a:srgbClr val="EBC58C"/>
                </a:solidFill>
                <a:latin typeface="Inter"/>
                <a:ea typeface="Inter"/>
                <a:cs typeface="Inter"/>
              </a:defRPr>
            </a:defPPr>
            <a:lvl1pPr>
              <a:buNone/>
              <a:defRPr sz="1650" b="0">
                <a:solidFill>
                  <a:srgbClr val="EBC58C"/>
                </a:solidFill>
                <a:latin typeface="Inter"/>
                <a:ea typeface="Inter"/>
                <a:cs typeface="Inter"/>
              </a:defRPr>
            </a:lvl1pPr>
            <a:lvl2pPr>
              <a:buNone/>
              <a:defRPr sz="1650" b="0">
                <a:solidFill>
                  <a:srgbClr val="EBC58C"/>
                </a:solidFill>
                <a:latin typeface="Inter"/>
                <a:ea typeface="Inter"/>
                <a:cs typeface="Inter"/>
              </a:defRPr>
            </a:lvl2pPr>
            <a:lvl3pPr>
              <a:buNone/>
              <a:defRPr sz="1650" b="0">
                <a:solidFill>
                  <a:srgbClr val="EBC58C"/>
                </a:solidFill>
                <a:latin typeface="Inter"/>
                <a:ea typeface="Inter"/>
                <a:cs typeface="Inter"/>
              </a:defRPr>
            </a:lvl3pPr>
            <a:lvl4pPr>
              <a:buNone/>
              <a:defRPr sz="1650" b="0">
                <a:solidFill>
                  <a:srgbClr val="EBC58C"/>
                </a:solidFill>
                <a:latin typeface="Inter"/>
                <a:ea typeface="Inter"/>
                <a:cs typeface="Inter"/>
              </a:defRPr>
            </a:lvl4pPr>
            <a:lvl5pPr>
              <a:buNone/>
              <a:defRPr sz="1650" b="0">
                <a:solidFill>
                  <a:srgbClr val="EBC58C"/>
                </a:solidFill>
                <a:latin typeface="Inter"/>
                <a:ea typeface="Inter"/>
                <a:cs typeface="Inter"/>
              </a:defRPr>
            </a:lvl5pPr>
            <a:lvl6pPr>
              <a:buNone/>
              <a:defRPr sz="1650" b="0">
                <a:solidFill>
                  <a:srgbClr val="EBC58C"/>
                </a:solidFill>
                <a:latin typeface="Inter"/>
                <a:ea typeface="Inter"/>
                <a:cs typeface="Inter"/>
              </a:defRPr>
            </a:lvl6pPr>
            <a:lvl7pPr>
              <a:buNone/>
              <a:defRPr sz="1650" b="0">
                <a:solidFill>
                  <a:srgbClr val="EBC58C"/>
                </a:solidFill>
                <a:latin typeface="Inter"/>
                <a:ea typeface="Inter"/>
                <a:cs typeface="Inter"/>
              </a:defRPr>
            </a:lvl7pPr>
            <a:lvl8pPr>
              <a:buNone/>
              <a:defRPr sz="1650" b="0">
                <a:solidFill>
                  <a:srgbClr val="EBC58C"/>
                </a:solidFill>
                <a:latin typeface="Inter"/>
                <a:ea typeface="Inter"/>
                <a:cs typeface="Inter"/>
              </a:defRPr>
            </a:lvl8pPr>
            <a:lvl9pPr>
              <a:buNone/>
              <a:defRPr sz="1650" b="0">
                <a:solidFill>
                  <a:srgbClr val="EBC58C"/>
                </a:solidFill>
                <a:latin typeface="Inter"/>
                <a:ea typeface="Inter"/>
                <a:cs typeface="Inter"/>
              </a:defRPr>
            </a:lvl9pPr>
          </a:lstStyle>
          <a:p xmlns:a="http://schemas.openxmlformats.org/drawingml/2006/main">
            <a:pPr>
              <a:buNone/>
              <a:defRPr sz="1650" b="0">
                <a:solidFill>
                  <a:srgbClr val="EBC58C"/>
                </a:solidFill>
                <a:latin typeface="Inter"/>
                <a:ea typeface="Inter"/>
                <a:cs typeface="Inter"/>
              </a:defRPr>
            </a:pPr>
            <a:r>
              <a:rPr sz="1650" b="0">
                <a:solidFill>
                  <a:srgbClr val="EBC58C"/>
                </a:solidFill>
                <a:latin typeface="Inter"/>
                <a:ea typeface="Inter"/>
                <a:cs typeface="Inter"/>
              </a:rPr>
              <a:t>Proposal for validation. Current platform fee is zero; subscription billing is not implemented.</a:t>
            </a:r>
          </a:p>
        </p:txBody>
      </p:sp>
    </p:spTree>
    <p:extLst>
      <p:ext uri="{BB962C8B-B14F-4D97-AF65-F5344CB8AC3E}">
        <p14:creationId xmlns:p14="http://schemas.microsoft.com/office/powerpoint/2010/main" val="1123092140"/>
      </p:ext>
    </p:extLst>
  </p:cSld>
</p:sld>
</file>

<file path=ppt/slides/slide12.xml><?xml version="1.0" encoding="utf-8"?>
<p:sld xmlns:p="http://schemas.openxmlformats.org/presentationml/2006/main">
  <p:cSld>
    <p:bg>
      <p:bgPr>
        <a:solidFill xmlns:a="http://schemas.openxmlformats.org/drawingml/2006/main">
          <a:srgbClr val="101014"/>
        </a:solidFill>
      </p:bgPr>
    </p:bg>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0553B55D-743B-4DCB-AB42-4FB37B6BAFE9}"/>
              </a:ext>
            </a:extLst>
          </p:cNvPr>
          <p:cNvPicPr>
            <a:picLocks xmlns:a="http://schemas.openxmlformats.org/drawingml/2006/main" noChangeAspect="1"/>
          </p:cNvPicPr>
          <p:nvPr/>
        </p:nvPicPr>
        <p:blipFill>
          <a:blip xmlns:r="http://schemas.openxmlformats.org/officeDocument/2006/relationships" xmlns:a="http://schemas.openxmlformats.org/drawingml/2006/main" r:embed="Ra564c904e1ae42de"/>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Five-year direction">
            <a:extLst xmlns:a="http://schemas.openxmlformats.org/drawingml/2006/main">
              <a:ext uri="{FF2B5EF4-FFF2-40B4-BE49-F238E27FC236}">
                <a16:creationId xmlns:a16="http://schemas.microsoft.com/office/drawing/2014/main" id="{3AFD3B2B-8EFB-44BC-A2AD-D1D9FCC12950}"/>
              </a:ext>
            </a:extLst>
          </p:cNvPr>
          <p:cNvSpPr>
            <a:spLocks xmlns:a="http://schemas.openxmlformats.org/drawingml/2006/main" noGrp="1"/>
          </p:cNvSpPr>
          <p:nvPr/>
        </p:nvSpPr>
        <p:spPr>
          <a:xfrm xmlns:a="http://schemas.openxmlformats.org/drawingml/2006/main">
            <a:off x="609600" y="4572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825" b="1">
                <a:solidFill>
                  <a:srgbClr val="F3F2F7"/>
                </a:solidFill>
                <a:latin typeface="Space Grotesk"/>
                <a:ea typeface="Space Grotesk"/>
                <a:cs typeface="Space Grotesk"/>
              </a:defRPr>
            </a:defPPr>
            <a:lvl1pPr>
              <a:buNone/>
              <a:defRPr sz="3825" b="1">
                <a:solidFill>
                  <a:srgbClr val="F3F2F7"/>
                </a:solidFill>
                <a:latin typeface="Space Grotesk"/>
                <a:ea typeface="Space Grotesk"/>
                <a:cs typeface="Space Grotesk"/>
              </a:defRPr>
            </a:lvl1pPr>
            <a:lvl2pPr>
              <a:buNone/>
              <a:defRPr sz="3825" b="1">
                <a:solidFill>
                  <a:srgbClr val="F3F2F7"/>
                </a:solidFill>
                <a:latin typeface="Space Grotesk"/>
                <a:ea typeface="Space Grotesk"/>
                <a:cs typeface="Space Grotesk"/>
              </a:defRPr>
            </a:lvl2pPr>
            <a:lvl3pPr>
              <a:buNone/>
              <a:defRPr sz="3825" b="1">
                <a:solidFill>
                  <a:srgbClr val="F3F2F7"/>
                </a:solidFill>
                <a:latin typeface="Space Grotesk"/>
                <a:ea typeface="Space Grotesk"/>
                <a:cs typeface="Space Grotesk"/>
              </a:defRPr>
            </a:lvl3pPr>
            <a:lvl4pPr>
              <a:buNone/>
              <a:defRPr sz="3825" b="1">
                <a:solidFill>
                  <a:srgbClr val="F3F2F7"/>
                </a:solidFill>
                <a:latin typeface="Space Grotesk"/>
                <a:ea typeface="Space Grotesk"/>
                <a:cs typeface="Space Grotesk"/>
              </a:defRPr>
            </a:lvl4pPr>
            <a:lvl5pPr>
              <a:buNone/>
              <a:defRPr sz="3825" b="1">
                <a:solidFill>
                  <a:srgbClr val="F3F2F7"/>
                </a:solidFill>
                <a:latin typeface="Space Grotesk"/>
                <a:ea typeface="Space Grotesk"/>
                <a:cs typeface="Space Grotesk"/>
              </a:defRPr>
            </a:lvl5pPr>
            <a:lvl6pPr>
              <a:buNone/>
              <a:defRPr sz="3825" b="1">
                <a:solidFill>
                  <a:srgbClr val="F3F2F7"/>
                </a:solidFill>
                <a:latin typeface="Space Grotesk"/>
                <a:ea typeface="Space Grotesk"/>
                <a:cs typeface="Space Grotesk"/>
              </a:defRPr>
            </a:lvl6pPr>
            <a:lvl7pPr>
              <a:buNone/>
              <a:defRPr sz="3825" b="1">
                <a:solidFill>
                  <a:srgbClr val="F3F2F7"/>
                </a:solidFill>
                <a:latin typeface="Space Grotesk"/>
                <a:ea typeface="Space Grotesk"/>
                <a:cs typeface="Space Grotesk"/>
              </a:defRPr>
            </a:lvl7pPr>
            <a:lvl8pPr>
              <a:buNone/>
              <a:defRPr sz="3825" b="1">
                <a:solidFill>
                  <a:srgbClr val="F3F2F7"/>
                </a:solidFill>
                <a:latin typeface="Space Grotesk"/>
                <a:ea typeface="Space Grotesk"/>
                <a:cs typeface="Space Grotesk"/>
              </a:defRPr>
            </a:lvl8pPr>
            <a:lvl9pPr>
              <a:buNone/>
              <a:defRPr sz="3825" b="1">
                <a:solidFill>
                  <a:srgbClr val="F3F2F7"/>
                </a:solidFill>
                <a:latin typeface="Space Grotesk"/>
                <a:ea typeface="Space Grotesk"/>
                <a:cs typeface="Space Grotesk"/>
              </a:defRPr>
            </a:lvl9pPr>
          </a:lstStyle>
          <a:p xmlns:a="http://schemas.openxmlformats.org/drawingml/2006/main">
            <a:pPr>
              <a:buNone/>
              <a:defRPr sz="3825" b="1">
                <a:solidFill>
                  <a:srgbClr val="F3F2F7"/>
                </a:solidFill>
                <a:latin typeface="Space Grotesk"/>
                <a:ea typeface="Space Grotesk"/>
                <a:cs typeface="Space Grotesk"/>
              </a:defRPr>
            </a:pPr>
            <a:r>
              <a:rPr sz="3825" b="1">
                <a:solidFill>
                  <a:srgbClr val="F3F2F7"/>
                </a:solidFill>
                <a:latin typeface="Space Grotesk"/>
                <a:ea typeface="Space Grotesk"/>
                <a:cs typeface="Space Grotesk"/>
              </a:rPr>
              <a:t>Five-year direction</a:t>
            </a:r>
          </a:p>
        </p:txBody>
      </p:sp>
      <p:sp>
        <p:nvSpPr>
          <p:cNvPr id="3" name="Security first. Adoption and expansion f">
            <a:extLst xmlns:a="http://schemas.openxmlformats.org/drawingml/2006/main">
              <a:ext uri="{FF2B5EF4-FFF2-40B4-BE49-F238E27FC236}">
                <a16:creationId xmlns:a16="http://schemas.microsoft.com/office/drawing/2014/main" id="{5EA8FFE6-DE67-4BD8-89EE-80257A8488AD}"/>
              </a:ext>
            </a:extLst>
          </p:cNvPr>
          <p:cNvSpPr>
            <a:spLocks xmlns:a="http://schemas.openxmlformats.org/drawingml/2006/main" noGrp="1"/>
          </p:cNvSpPr>
          <p:nvPr/>
        </p:nvSpPr>
        <p:spPr>
          <a:xfrm xmlns:a="http://schemas.openxmlformats.org/drawingml/2006/main">
            <a:off x="609600" y="121920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950" b="0">
                <a:solidFill>
                  <a:srgbClr val="B6B6C7"/>
                </a:solidFill>
                <a:latin typeface="Inter"/>
                <a:ea typeface="Inter"/>
                <a:cs typeface="Inter"/>
              </a:defRPr>
            </a:defPPr>
            <a:lvl1pPr>
              <a:buNone/>
              <a:defRPr sz="1950" b="0">
                <a:solidFill>
                  <a:srgbClr val="B6B6C7"/>
                </a:solidFill>
                <a:latin typeface="Inter"/>
                <a:ea typeface="Inter"/>
                <a:cs typeface="Inter"/>
              </a:defRPr>
            </a:lvl1pPr>
            <a:lvl2pPr>
              <a:buNone/>
              <a:defRPr sz="1950" b="0">
                <a:solidFill>
                  <a:srgbClr val="B6B6C7"/>
                </a:solidFill>
                <a:latin typeface="Inter"/>
                <a:ea typeface="Inter"/>
                <a:cs typeface="Inter"/>
              </a:defRPr>
            </a:lvl2pPr>
            <a:lvl3pPr>
              <a:buNone/>
              <a:defRPr sz="1950" b="0">
                <a:solidFill>
                  <a:srgbClr val="B6B6C7"/>
                </a:solidFill>
                <a:latin typeface="Inter"/>
                <a:ea typeface="Inter"/>
                <a:cs typeface="Inter"/>
              </a:defRPr>
            </a:lvl3pPr>
            <a:lvl4pPr>
              <a:buNone/>
              <a:defRPr sz="1950" b="0">
                <a:solidFill>
                  <a:srgbClr val="B6B6C7"/>
                </a:solidFill>
                <a:latin typeface="Inter"/>
                <a:ea typeface="Inter"/>
                <a:cs typeface="Inter"/>
              </a:defRPr>
            </a:lvl4pPr>
            <a:lvl5pPr>
              <a:buNone/>
              <a:defRPr sz="1950" b="0">
                <a:solidFill>
                  <a:srgbClr val="B6B6C7"/>
                </a:solidFill>
                <a:latin typeface="Inter"/>
                <a:ea typeface="Inter"/>
                <a:cs typeface="Inter"/>
              </a:defRPr>
            </a:lvl5pPr>
            <a:lvl6pPr>
              <a:buNone/>
              <a:defRPr sz="1950" b="0">
                <a:solidFill>
                  <a:srgbClr val="B6B6C7"/>
                </a:solidFill>
                <a:latin typeface="Inter"/>
                <a:ea typeface="Inter"/>
                <a:cs typeface="Inter"/>
              </a:defRPr>
            </a:lvl6pPr>
            <a:lvl7pPr>
              <a:buNone/>
              <a:defRPr sz="1950" b="0">
                <a:solidFill>
                  <a:srgbClr val="B6B6C7"/>
                </a:solidFill>
                <a:latin typeface="Inter"/>
                <a:ea typeface="Inter"/>
                <a:cs typeface="Inter"/>
              </a:defRPr>
            </a:lvl7pPr>
            <a:lvl8pPr>
              <a:buNone/>
              <a:defRPr sz="1950" b="0">
                <a:solidFill>
                  <a:srgbClr val="B6B6C7"/>
                </a:solidFill>
                <a:latin typeface="Inter"/>
                <a:ea typeface="Inter"/>
                <a:cs typeface="Inter"/>
              </a:defRPr>
            </a:lvl8pPr>
            <a:lvl9pPr>
              <a:buNone/>
              <a:defRPr sz="1950" b="0">
                <a:solidFill>
                  <a:srgbClr val="B6B6C7"/>
                </a:solidFill>
                <a:latin typeface="Inter"/>
                <a:ea typeface="Inter"/>
                <a:cs typeface="Inter"/>
              </a:defRPr>
            </a:lvl9pPr>
          </a:lstStyle>
          <a:p xmlns:a="http://schemas.openxmlformats.org/drawingml/2006/main">
            <a:pPr>
              <a:buNone/>
              <a:defRPr sz="1950" b="0">
                <a:solidFill>
                  <a:srgbClr val="B6B6C7"/>
                </a:solidFill>
                <a:latin typeface="Inter"/>
                <a:ea typeface="Inter"/>
                <a:cs typeface="Inter"/>
              </a:defRPr>
            </a:pPr>
            <a:r>
              <a:rPr sz="1950" b="0">
                <a:solidFill>
                  <a:srgbClr val="B6B6C7"/>
                </a:solidFill>
                <a:latin typeface="Inter"/>
                <a:ea typeface="Inter"/>
                <a:cs typeface="Inter"/>
              </a:rPr>
              <a:t>Security first. Adoption and expansion follow.</a:t>
            </a:r>
          </a:p>
        </p:txBody>
      </p:sp>
      <p:sp>
        <p:nvSpPr>
          <p:cNvPr id="4" name="">
            <a:extLst xmlns:a="http://schemas.openxmlformats.org/drawingml/2006/main">
              <a:ext uri="{FF2B5EF4-FFF2-40B4-BE49-F238E27FC236}">
                <a16:creationId xmlns:a16="http://schemas.microsoft.com/office/drawing/2014/main" id="{6CB28A4F-EE32-44C9-A6F1-F4C58B9D1A70}"/>
              </a:ext>
            </a:extLst>
          </p:cNvPr>
          <p:cNvSpPr>
            <a:spLocks xmlns:a="http://schemas.openxmlformats.org/drawingml/2006/main" noGrp="1"/>
          </p:cNvSpPr>
          <p:nvPr/>
        </p:nvSpPr>
        <p:spPr>
          <a:xfrm xmlns:a="http://schemas.openxmlformats.org/drawingml/2006/main">
            <a:off x="609600" y="4552950"/>
            <a:ext cx="2047875" cy="1752600"/>
          </a:xfrm>
          <a:prstGeom xmlns:a="http://schemas.openxmlformats.org/drawingml/2006/main" prst="roundRect">
            <a:avLst>
              <a:gd name="adj" fmla="val 8696"/>
            </a:avLst>
          </a:prstGeom>
          <a:solidFill xmlns:a="http://schemas.openxmlformats.org/drawingml/2006/main">
            <a:srgbClr val="1B1D26"/>
          </a:solidFill>
          <a:ln xmlns:a="http://schemas.openxmlformats.org/drawingml/2006/main" w="9525">
            <a:solidFill>
              <a:srgbClr val="343745"/>
            </a:solidFill>
          </a:ln>
        </p:spPr>
      </p:sp>
      <p:sp>
        <p:nvSpPr>
          <p:cNvPr id="5" name="Year 1">
            <a:extLst xmlns:a="http://schemas.openxmlformats.org/drawingml/2006/main">
              <a:ext uri="{FF2B5EF4-FFF2-40B4-BE49-F238E27FC236}">
                <a16:creationId xmlns:a16="http://schemas.microsoft.com/office/drawing/2014/main" id="{49D8A6B5-982B-4752-AB6D-EA471D122714}"/>
              </a:ext>
            </a:extLst>
          </p:cNvPr>
          <p:cNvSpPr>
            <a:spLocks xmlns:a="http://schemas.openxmlformats.org/drawingml/2006/main" noGrp="1"/>
          </p:cNvSpPr>
          <p:nvPr/>
        </p:nvSpPr>
        <p:spPr>
          <a:xfrm xmlns:a="http://schemas.openxmlformats.org/drawingml/2006/main">
            <a:off x="762000" y="4705350"/>
            <a:ext cx="17430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250" b="1">
                <a:solidFill>
                  <a:srgbClr val="A6A8FF"/>
                </a:solidFill>
                <a:latin typeface="Space Grotesk"/>
                <a:ea typeface="Space Grotesk"/>
                <a:cs typeface="Space Grotesk"/>
              </a:defRPr>
            </a:defPPr>
            <a:lvl1pPr>
              <a:buNone/>
              <a:defRPr sz="2250" b="1">
                <a:solidFill>
                  <a:srgbClr val="A6A8FF"/>
                </a:solidFill>
                <a:latin typeface="Space Grotesk"/>
                <a:ea typeface="Space Grotesk"/>
                <a:cs typeface="Space Grotesk"/>
              </a:defRPr>
            </a:lvl1pPr>
            <a:lvl2pPr>
              <a:buNone/>
              <a:defRPr sz="2250" b="1">
                <a:solidFill>
                  <a:srgbClr val="A6A8FF"/>
                </a:solidFill>
                <a:latin typeface="Space Grotesk"/>
                <a:ea typeface="Space Grotesk"/>
                <a:cs typeface="Space Grotesk"/>
              </a:defRPr>
            </a:lvl2pPr>
            <a:lvl3pPr>
              <a:buNone/>
              <a:defRPr sz="2250" b="1">
                <a:solidFill>
                  <a:srgbClr val="A6A8FF"/>
                </a:solidFill>
                <a:latin typeface="Space Grotesk"/>
                <a:ea typeface="Space Grotesk"/>
                <a:cs typeface="Space Grotesk"/>
              </a:defRPr>
            </a:lvl3pPr>
            <a:lvl4pPr>
              <a:buNone/>
              <a:defRPr sz="2250" b="1">
                <a:solidFill>
                  <a:srgbClr val="A6A8FF"/>
                </a:solidFill>
                <a:latin typeface="Space Grotesk"/>
                <a:ea typeface="Space Grotesk"/>
                <a:cs typeface="Space Grotesk"/>
              </a:defRPr>
            </a:lvl4pPr>
            <a:lvl5pPr>
              <a:buNone/>
              <a:defRPr sz="2250" b="1">
                <a:solidFill>
                  <a:srgbClr val="A6A8FF"/>
                </a:solidFill>
                <a:latin typeface="Space Grotesk"/>
                <a:ea typeface="Space Grotesk"/>
                <a:cs typeface="Space Grotesk"/>
              </a:defRPr>
            </a:lvl5pPr>
            <a:lvl6pPr>
              <a:buNone/>
              <a:defRPr sz="2250" b="1">
                <a:solidFill>
                  <a:srgbClr val="A6A8FF"/>
                </a:solidFill>
                <a:latin typeface="Space Grotesk"/>
                <a:ea typeface="Space Grotesk"/>
                <a:cs typeface="Space Grotesk"/>
              </a:defRPr>
            </a:lvl6pPr>
            <a:lvl7pPr>
              <a:buNone/>
              <a:defRPr sz="2250" b="1">
                <a:solidFill>
                  <a:srgbClr val="A6A8FF"/>
                </a:solidFill>
                <a:latin typeface="Space Grotesk"/>
                <a:ea typeface="Space Grotesk"/>
                <a:cs typeface="Space Grotesk"/>
              </a:defRPr>
            </a:lvl7pPr>
            <a:lvl8pPr>
              <a:buNone/>
              <a:defRPr sz="2250" b="1">
                <a:solidFill>
                  <a:srgbClr val="A6A8FF"/>
                </a:solidFill>
                <a:latin typeface="Space Grotesk"/>
                <a:ea typeface="Space Grotesk"/>
                <a:cs typeface="Space Grotesk"/>
              </a:defRPr>
            </a:lvl8pPr>
            <a:lvl9pPr>
              <a:buNone/>
              <a:defRPr sz="2250" b="1">
                <a:solidFill>
                  <a:srgbClr val="A6A8FF"/>
                </a:solidFill>
                <a:latin typeface="Space Grotesk"/>
                <a:ea typeface="Space Grotesk"/>
                <a:cs typeface="Space Grotesk"/>
              </a:defRPr>
            </a:lvl9pPr>
          </a:lstStyle>
          <a:p xmlns:a="http://schemas.openxmlformats.org/drawingml/2006/main">
            <a:pPr>
              <a:buNone/>
              <a:defRPr sz="2250" b="1">
                <a:solidFill>
                  <a:srgbClr val="A6A8FF"/>
                </a:solidFill>
                <a:latin typeface="Space Grotesk"/>
                <a:ea typeface="Space Grotesk"/>
                <a:cs typeface="Space Grotesk"/>
              </a:defRPr>
            </a:pPr>
            <a:r>
              <a:rPr sz="2250" b="1">
                <a:solidFill>
                  <a:srgbClr val="A6A8FF"/>
                </a:solidFill>
                <a:latin typeface="Space Grotesk"/>
                <a:ea typeface="Space Grotesk"/>
                <a:cs typeface="Space Grotesk"/>
              </a:rPr>
              <a:t>Year 1</a:t>
            </a:r>
          </a:p>
        </p:txBody>
      </p:sp>
      <p:sp>
        <p:nvSpPr>
          <p:cNvPr id="6" name="Audit contracts.&#10;Audit circuits.&#10;Onboard">
            <a:extLst xmlns:a="http://schemas.openxmlformats.org/drawingml/2006/main">
              <a:ext uri="{FF2B5EF4-FFF2-40B4-BE49-F238E27FC236}">
                <a16:creationId xmlns:a16="http://schemas.microsoft.com/office/drawing/2014/main" id="{F0E081FC-B0B2-4E77-B3A9-FBAEFA12A5A4}"/>
              </a:ext>
            </a:extLst>
          </p:cNvPr>
          <p:cNvSpPr>
            <a:spLocks xmlns:a="http://schemas.openxmlformats.org/drawingml/2006/main" noGrp="1"/>
          </p:cNvSpPr>
          <p:nvPr/>
        </p:nvSpPr>
        <p:spPr>
          <a:xfrm xmlns:a="http://schemas.openxmlformats.org/drawingml/2006/main">
            <a:off x="762000" y="5248275"/>
            <a:ext cx="17430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F3F2F7"/>
                </a:solidFill>
                <a:latin typeface="Inter"/>
                <a:ea typeface="Inter"/>
                <a:cs typeface="Inter"/>
              </a:defRPr>
            </a:defPPr>
            <a:lvl1pPr>
              <a:buNone/>
              <a:defRPr sz="1725" b="0">
                <a:solidFill>
                  <a:srgbClr val="F3F2F7"/>
                </a:solidFill>
                <a:latin typeface="Inter"/>
                <a:ea typeface="Inter"/>
                <a:cs typeface="Inter"/>
              </a:defRPr>
            </a:lvl1pPr>
            <a:lvl2pPr>
              <a:buNone/>
              <a:defRPr sz="1725" b="0">
                <a:solidFill>
                  <a:srgbClr val="F3F2F7"/>
                </a:solidFill>
                <a:latin typeface="Inter"/>
                <a:ea typeface="Inter"/>
                <a:cs typeface="Inter"/>
              </a:defRPr>
            </a:lvl2pPr>
            <a:lvl3pPr>
              <a:buNone/>
              <a:defRPr sz="1725" b="0">
                <a:solidFill>
                  <a:srgbClr val="F3F2F7"/>
                </a:solidFill>
                <a:latin typeface="Inter"/>
                <a:ea typeface="Inter"/>
                <a:cs typeface="Inter"/>
              </a:defRPr>
            </a:lvl3pPr>
            <a:lvl4pPr>
              <a:buNone/>
              <a:defRPr sz="1725" b="0">
                <a:solidFill>
                  <a:srgbClr val="F3F2F7"/>
                </a:solidFill>
                <a:latin typeface="Inter"/>
                <a:ea typeface="Inter"/>
                <a:cs typeface="Inter"/>
              </a:defRPr>
            </a:lvl4pPr>
            <a:lvl5pPr>
              <a:buNone/>
              <a:defRPr sz="1725" b="0">
                <a:solidFill>
                  <a:srgbClr val="F3F2F7"/>
                </a:solidFill>
                <a:latin typeface="Inter"/>
                <a:ea typeface="Inter"/>
                <a:cs typeface="Inter"/>
              </a:defRPr>
            </a:lvl5pPr>
            <a:lvl6pPr>
              <a:buNone/>
              <a:defRPr sz="1725" b="0">
                <a:solidFill>
                  <a:srgbClr val="F3F2F7"/>
                </a:solidFill>
                <a:latin typeface="Inter"/>
                <a:ea typeface="Inter"/>
                <a:cs typeface="Inter"/>
              </a:defRPr>
            </a:lvl6pPr>
            <a:lvl7pPr>
              <a:buNone/>
              <a:defRPr sz="1725" b="0">
                <a:solidFill>
                  <a:srgbClr val="F3F2F7"/>
                </a:solidFill>
                <a:latin typeface="Inter"/>
                <a:ea typeface="Inter"/>
                <a:cs typeface="Inter"/>
              </a:defRPr>
            </a:lvl7pPr>
            <a:lvl8pPr>
              <a:buNone/>
              <a:defRPr sz="1725" b="0">
                <a:solidFill>
                  <a:srgbClr val="F3F2F7"/>
                </a:solidFill>
                <a:latin typeface="Inter"/>
                <a:ea typeface="Inter"/>
                <a:cs typeface="Inter"/>
              </a:defRPr>
            </a:lvl8pPr>
            <a:lvl9pPr>
              <a:buNone/>
              <a:defRPr sz="1725" b="0">
                <a:solidFill>
                  <a:srgbClr val="F3F2F7"/>
                </a:solidFill>
                <a:latin typeface="Inter"/>
                <a:ea typeface="Inter"/>
                <a:cs typeface="Inter"/>
              </a:defRPr>
            </a:lvl9pPr>
          </a:lstStyle>
          <a:p xmlns:a="http://schemas.openxmlformats.org/drawingml/2006/main">
            <a:pPr>
              <a:buNone/>
              <a:defRPr sz="1725" b="0">
                <a:solidFill>
                  <a:srgbClr val="F3F2F7"/>
                </a:solidFill>
                <a:latin typeface="Inter"/>
                <a:ea typeface="Inter"/>
                <a:cs typeface="Inter"/>
              </a:defRPr>
            </a:pPr>
            <a:r>
              <a:rPr sz="1725" b="0">
                <a:solidFill>
                  <a:srgbClr val="F3F2F7"/>
                </a:solidFill>
                <a:latin typeface="Inter"/>
                <a:ea typeface="Inter"/>
                <a:cs typeface="Inter"/>
              </a:rPr>
              <a:t>Audit contracts.</a:t>
            </a:r>
          </a:p>
          <a:p xmlns:a="http://schemas.openxmlformats.org/drawingml/2006/main">
            <a:pPr>
              <a:buNone/>
              <a:defRPr sz="1725" b="0">
                <a:solidFill>
                  <a:srgbClr val="F3F2F7"/>
                </a:solidFill>
                <a:latin typeface="Inter"/>
                <a:ea typeface="Inter"/>
                <a:cs typeface="Inter"/>
              </a:defRPr>
            </a:pPr>
            <a:r>
              <a:rPr sz="1725" b="0">
                <a:solidFill>
                  <a:srgbClr val="F3F2F7"/>
                </a:solidFill>
                <a:latin typeface="Inter"/>
                <a:ea typeface="Inter"/>
                <a:cs typeface="Inter"/>
              </a:rPr>
              <a:t>Audit circuits.</a:t>
            </a:r>
          </a:p>
          <a:p xmlns:a="http://schemas.openxmlformats.org/drawingml/2006/main">
            <a:pPr>
              <a:buNone/>
              <a:defRPr sz="1725" b="0">
                <a:solidFill>
                  <a:srgbClr val="F3F2F7"/>
                </a:solidFill>
                <a:latin typeface="Inter"/>
                <a:ea typeface="Inter"/>
                <a:cs typeface="Inter"/>
              </a:defRPr>
            </a:pPr>
            <a:r>
              <a:rPr sz="1725" b="0">
                <a:solidFill>
                  <a:srgbClr val="F3F2F7"/>
                </a:solidFill>
                <a:latin typeface="Inter"/>
                <a:ea typeface="Inter"/>
                <a:cs typeface="Inter"/>
              </a:rPr>
              <a:t>Onboard users.</a:t>
            </a:r>
          </a:p>
        </p:txBody>
      </p:sp>
      <p:sp>
        <p:nvSpPr>
          <p:cNvPr id="7" name="">
            <a:extLst xmlns:a="http://schemas.openxmlformats.org/drawingml/2006/main">
              <a:ext uri="{FF2B5EF4-FFF2-40B4-BE49-F238E27FC236}">
                <a16:creationId xmlns:a16="http://schemas.microsoft.com/office/drawing/2014/main" id="{4B5306B7-7A8B-4DBC-A18D-67D3EEC10D1E}"/>
              </a:ext>
            </a:extLst>
          </p:cNvPr>
          <p:cNvSpPr>
            <a:spLocks xmlns:a="http://schemas.openxmlformats.org/drawingml/2006/main" noGrp="1"/>
          </p:cNvSpPr>
          <p:nvPr/>
        </p:nvSpPr>
        <p:spPr>
          <a:xfrm xmlns:a="http://schemas.openxmlformats.org/drawingml/2006/main">
            <a:off x="2847975" y="4552950"/>
            <a:ext cx="2047875" cy="1752600"/>
          </a:xfrm>
          <a:prstGeom xmlns:a="http://schemas.openxmlformats.org/drawingml/2006/main" prst="roundRect">
            <a:avLst>
              <a:gd name="adj" fmla="val 8696"/>
            </a:avLst>
          </a:prstGeom>
          <a:solidFill xmlns:a="http://schemas.openxmlformats.org/drawingml/2006/main">
            <a:srgbClr val="1B1D26"/>
          </a:solidFill>
          <a:ln xmlns:a="http://schemas.openxmlformats.org/drawingml/2006/main" w="9525">
            <a:solidFill>
              <a:srgbClr val="343745"/>
            </a:solidFill>
          </a:ln>
        </p:spPr>
      </p:sp>
      <p:sp>
        <p:nvSpPr>
          <p:cNvPr id="8" name="Year 2">
            <a:extLst xmlns:a="http://schemas.openxmlformats.org/drawingml/2006/main">
              <a:ext uri="{FF2B5EF4-FFF2-40B4-BE49-F238E27FC236}">
                <a16:creationId xmlns:a16="http://schemas.microsoft.com/office/drawing/2014/main" id="{53593F6C-E640-436F-B0BA-4796A5A9ECA6}"/>
              </a:ext>
            </a:extLst>
          </p:cNvPr>
          <p:cNvSpPr>
            <a:spLocks xmlns:a="http://schemas.openxmlformats.org/drawingml/2006/main" noGrp="1"/>
          </p:cNvSpPr>
          <p:nvPr/>
        </p:nvSpPr>
        <p:spPr>
          <a:xfrm xmlns:a="http://schemas.openxmlformats.org/drawingml/2006/main">
            <a:off x="3000375" y="4705350"/>
            <a:ext cx="17430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250" b="1">
                <a:solidFill>
                  <a:srgbClr val="A6A8FF"/>
                </a:solidFill>
                <a:latin typeface="Space Grotesk"/>
                <a:ea typeface="Space Grotesk"/>
                <a:cs typeface="Space Grotesk"/>
              </a:defRPr>
            </a:defPPr>
            <a:lvl1pPr>
              <a:buNone/>
              <a:defRPr sz="2250" b="1">
                <a:solidFill>
                  <a:srgbClr val="A6A8FF"/>
                </a:solidFill>
                <a:latin typeface="Space Grotesk"/>
                <a:ea typeface="Space Grotesk"/>
                <a:cs typeface="Space Grotesk"/>
              </a:defRPr>
            </a:lvl1pPr>
            <a:lvl2pPr>
              <a:buNone/>
              <a:defRPr sz="2250" b="1">
                <a:solidFill>
                  <a:srgbClr val="A6A8FF"/>
                </a:solidFill>
                <a:latin typeface="Space Grotesk"/>
                <a:ea typeface="Space Grotesk"/>
                <a:cs typeface="Space Grotesk"/>
              </a:defRPr>
            </a:lvl2pPr>
            <a:lvl3pPr>
              <a:buNone/>
              <a:defRPr sz="2250" b="1">
                <a:solidFill>
                  <a:srgbClr val="A6A8FF"/>
                </a:solidFill>
                <a:latin typeface="Space Grotesk"/>
                <a:ea typeface="Space Grotesk"/>
                <a:cs typeface="Space Grotesk"/>
              </a:defRPr>
            </a:lvl3pPr>
            <a:lvl4pPr>
              <a:buNone/>
              <a:defRPr sz="2250" b="1">
                <a:solidFill>
                  <a:srgbClr val="A6A8FF"/>
                </a:solidFill>
                <a:latin typeface="Space Grotesk"/>
                <a:ea typeface="Space Grotesk"/>
                <a:cs typeface="Space Grotesk"/>
              </a:defRPr>
            </a:lvl4pPr>
            <a:lvl5pPr>
              <a:buNone/>
              <a:defRPr sz="2250" b="1">
                <a:solidFill>
                  <a:srgbClr val="A6A8FF"/>
                </a:solidFill>
                <a:latin typeface="Space Grotesk"/>
                <a:ea typeface="Space Grotesk"/>
                <a:cs typeface="Space Grotesk"/>
              </a:defRPr>
            </a:lvl5pPr>
            <a:lvl6pPr>
              <a:buNone/>
              <a:defRPr sz="2250" b="1">
                <a:solidFill>
                  <a:srgbClr val="A6A8FF"/>
                </a:solidFill>
                <a:latin typeface="Space Grotesk"/>
                <a:ea typeface="Space Grotesk"/>
                <a:cs typeface="Space Grotesk"/>
              </a:defRPr>
            </a:lvl6pPr>
            <a:lvl7pPr>
              <a:buNone/>
              <a:defRPr sz="2250" b="1">
                <a:solidFill>
                  <a:srgbClr val="A6A8FF"/>
                </a:solidFill>
                <a:latin typeface="Space Grotesk"/>
                <a:ea typeface="Space Grotesk"/>
                <a:cs typeface="Space Grotesk"/>
              </a:defRPr>
            </a:lvl7pPr>
            <a:lvl8pPr>
              <a:buNone/>
              <a:defRPr sz="2250" b="1">
                <a:solidFill>
                  <a:srgbClr val="A6A8FF"/>
                </a:solidFill>
                <a:latin typeface="Space Grotesk"/>
                <a:ea typeface="Space Grotesk"/>
                <a:cs typeface="Space Grotesk"/>
              </a:defRPr>
            </a:lvl8pPr>
            <a:lvl9pPr>
              <a:buNone/>
              <a:defRPr sz="2250" b="1">
                <a:solidFill>
                  <a:srgbClr val="A6A8FF"/>
                </a:solidFill>
                <a:latin typeface="Space Grotesk"/>
                <a:ea typeface="Space Grotesk"/>
                <a:cs typeface="Space Grotesk"/>
              </a:defRPr>
            </a:lvl9pPr>
          </a:lstStyle>
          <a:p xmlns:a="http://schemas.openxmlformats.org/drawingml/2006/main">
            <a:pPr>
              <a:buNone/>
              <a:defRPr sz="2250" b="1">
                <a:solidFill>
                  <a:srgbClr val="A6A8FF"/>
                </a:solidFill>
                <a:latin typeface="Space Grotesk"/>
                <a:ea typeface="Space Grotesk"/>
                <a:cs typeface="Space Grotesk"/>
              </a:defRPr>
            </a:pPr>
            <a:r>
              <a:rPr sz="2250" b="1">
                <a:solidFill>
                  <a:srgbClr val="A6A8FF"/>
                </a:solidFill>
                <a:latin typeface="Space Grotesk"/>
                <a:ea typeface="Space Grotesk"/>
                <a:cs typeface="Space Grotesk"/>
              </a:rPr>
              <a:t>Year 2</a:t>
            </a:r>
          </a:p>
        </p:txBody>
      </p:sp>
      <p:sp>
        <p:nvSpPr>
          <p:cNvPr id="9" name="Mainnet pilots.&#10;Validate pricing.">
            <a:extLst xmlns:a="http://schemas.openxmlformats.org/drawingml/2006/main">
              <a:ext uri="{FF2B5EF4-FFF2-40B4-BE49-F238E27FC236}">
                <a16:creationId xmlns:a16="http://schemas.microsoft.com/office/drawing/2014/main" id="{34174D53-7869-488B-B0ED-3BE11207F057}"/>
              </a:ext>
            </a:extLst>
          </p:cNvPr>
          <p:cNvSpPr>
            <a:spLocks xmlns:a="http://schemas.openxmlformats.org/drawingml/2006/main" noGrp="1"/>
          </p:cNvSpPr>
          <p:nvPr/>
        </p:nvSpPr>
        <p:spPr>
          <a:xfrm xmlns:a="http://schemas.openxmlformats.org/drawingml/2006/main">
            <a:off x="3000375" y="5248275"/>
            <a:ext cx="17430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F3F2F7"/>
                </a:solidFill>
                <a:latin typeface="Inter"/>
                <a:ea typeface="Inter"/>
                <a:cs typeface="Inter"/>
              </a:defRPr>
            </a:defPPr>
            <a:lvl1pPr>
              <a:buNone/>
              <a:defRPr sz="1725" b="0">
                <a:solidFill>
                  <a:srgbClr val="F3F2F7"/>
                </a:solidFill>
                <a:latin typeface="Inter"/>
                <a:ea typeface="Inter"/>
                <a:cs typeface="Inter"/>
              </a:defRPr>
            </a:lvl1pPr>
            <a:lvl2pPr>
              <a:buNone/>
              <a:defRPr sz="1725" b="0">
                <a:solidFill>
                  <a:srgbClr val="F3F2F7"/>
                </a:solidFill>
                <a:latin typeface="Inter"/>
                <a:ea typeface="Inter"/>
                <a:cs typeface="Inter"/>
              </a:defRPr>
            </a:lvl2pPr>
            <a:lvl3pPr>
              <a:buNone/>
              <a:defRPr sz="1725" b="0">
                <a:solidFill>
                  <a:srgbClr val="F3F2F7"/>
                </a:solidFill>
                <a:latin typeface="Inter"/>
                <a:ea typeface="Inter"/>
                <a:cs typeface="Inter"/>
              </a:defRPr>
            </a:lvl3pPr>
            <a:lvl4pPr>
              <a:buNone/>
              <a:defRPr sz="1725" b="0">
                <a:solidFill>
                  <a:srgbClr val="F3F2F7"/>
                </a:solidFill>
                <a:latin typeface="Inter"/>
                <a:ea typeface="Inter"/>
                <a:cs typeface="Inter"/>
              </a:defRPr>
            </a:lvl4pPr>
            <a:lvl5pPr>
              <a:buNone/>
              <a:defRPr sz="1725" b="0">
                <a:solidFill>
                  <a:srgbClr val="F3F2F7"/>
                </a:solidFill>
                <a:latin typeface="Inter"/>
                <a:ea typeface="Inter"/>
                <a:cs typeface="Inter"/>
              </a:defRPr>
            </a:lvl5pPr>
            <a:lvl6pPr>
              <a:buNone/>
              <a:defRPr sz="1725" b="0">
                <a:solidFill>
                  <a:srgbClr val="F3F2F7"/>
                </a:solidFill>
                <a:latin typeface="Inter"/>
                <a:ea typeface="Inter"/>
                <a:cs typeface="Inter"/>
              </a:defRPr>
            </a:lvl6pPr>
            <a:lvl7pPr>
              <a:buNone/>
              <a:defRPr sz="1725" b="0">
                <a:solidFill>
                  <a:srgbClr val="F3F2F7"/>
                </a:solidFill>
                <a:latin typeface="Inter"/>
                <a:ea typeface="Inter"/>
                <a:cs typeface="Inter"/>
              </a:defRPr>
            </a:lvl7pPr>
            <a:lvl8pPr>
              <a:buNone/>
              <a:defRPr sz="1725" b="0">
                <a:solidFill>
                  <a:srgbClr val="F3F2F7"/>
                </a:solidFill>
                <a:latin typeface="Inter"/>
                <a:ea typeface="Inter"/>
                <a:cs typeface="Inter"/>
              </a:defRPr>
            </a:lvl8pPr>
            <a:lvl9pPr>
              <a:buNone/>
              <a:defRPr sz="1725" b="0">
                <a:solidFill>
                  <a:srgbClr val="F3F2F7"/>
                </a:solidFill>
                <a:latin typeface="Inter"/>
                <a:ea typeface="Inter"/>
                <a:cs typeface="Inter"/>
              </a:defRPr>
            </a:lvl9pPr>
          </a:lstStyle>
          <a:p xmlns:a="http://schemas.openxmlformats.org/drawingml/2006/main">
            <a:pPr>
              <a:buNone/>
              <a:defRPr sz="1725" b="0">
                <a:solidFill>
                  <a:srgbClr val="F3F2F7"/>
                </a:solidFill>
                <a:latin typeface="Inter"/>
                <a:ea typeface="Inter"/>
                <a:cs typeface="Inter"/>
              </a:defRPr>
            </a:pPr>
            <a:r>
              <a:rPr sz="1725" b="0">
                <a:solidFill>
                  <a:srgbClr val="F3F2F7"/>
                </a:solidFill>
                <a:latin typeface="Inter"/>
                <a:ea typeface="Inter"/>
                <a:cs typeface="Inter"/>
              </a:rPr>
              <a:t>Mainnet pilots.</a:t>
            </a:r>
          </a:p>
          <a:p xmlns:a="http://schemas.openxmlformats.org/drawingml/2006/main">
            <a:pPr>
              <a:buNone/>
              <a:defRPr sz="1725" b="0">
                <a:solidFill>
                  <a:srgbClr val="F3F2F7"/>
                </a:solidFill>
                <a:latin typeface="Inter"/>
                <a:ea typeface="Inter"/>
                <a:cs typeface="Inter"/>
              </a:defRPr>
            </a:pPr>
            <a:r>
              <a:rPr sz="1725" b="0">
                <a:solidFill>
                  <a:srgbClr val="F3F2F7"/>
                </a:solidFill>
                <a:latin typeface="Inter"/>
                <a:ea typeface="Inter"/>
                <a:cs typeface="Inter"/>
              </a:rPr>
              <a:t>Validate pricing.</a:t>
            </a:r>
          </a:p>
        </p:txBody>
      </p:sp>
      <p:sp>
        <p:nvSpPr>
          <p:cNvPr id="10" name="">
            <a:extLst xmlns:a="http://schemas.openxmlformats.org/drawingml/2006/main">
              <a:ext uri="{FF2B5EF4-FFF2-40B4-BE49-F238E27FC236}">
                <a16:creationId xmlns:a16="http://schemas.microsoft.com/office/drawing/2014/main" id="{0A0016E2-B11D-47F6-8767-0579A7703408}"/>
              </a:ext>
            </a:extLst>
          </p:cNvPr>
          <p:cNvSpPr>
            <a:spLocks xmlns:a="http://schemas.openxmlformats.org/drawingml/2006/main" noGrp="1"/>
          </p:cNvSpPr>
          <p:nvPr/>
        </p:nvSpPr>
        <p:spPr>
          <a:xfrm xmlns:a="http://schemas.openxmlformats.org/drawingml/2006/main">
            <a:off x="5086350" y="4552950"/>
            <a:ext cx="2047875" cy="1752600"/>
          </a:xfrm>
          <a:prstGeom xmlns:a="http://schemas.openxmlformats.org/drawingml/2006/main" prst="roundRect">
            <a:avLst>
              <a:gd name="adj" fmla="val 8696"/>
            </a:avLst>
          </a:prstGeom>
          <a:solidFill xmlns:a="http://schemas.openxmlformats.org/drawingml/2006/main">
            <a:srgbClr val="1B1D26"/>
          </a:solidFill>
          <a:ln xmlns:a="http://schemas.openxmlformats.org/drawingml/2006/main" w="9525">
            <a:solidFill>
              <a:srgbClr val="343745"/>
            </a:solidFill>
          </a:ln>
        </p:spPr>
      </p:sp>
      <p:sp>
        <p:nvSpPr>
          <p:cNvPr id="11" name="Year 3">
            <a:extLst xmlns:a="http://schemas.openxmlformats.org/drawingml/2006/main">
              <a:ext uri="{FF2B5EF4-FFF2-40B4-BE49-F238E27FC236}">
                <a16:creationId xmlns:a16="http://schemas.microsoft.com/office/drawing/2014/main" id="{BF9511D9-C20C-4C4B-B486-05FC437A0893}"/>
              </a:ext>
            </a:extLst>
          </p:cNvPr>
          <p:cNvSpPr>
            <a:spLocks xmlns:a="http://schemas.openxmlformats.org/drawingml/2006/main" noGrp="1"/>
          </p:cNvSpPr>
          <p:nvPr/>
        </p:nvSpPr>
        <p:spPr>
          <a:xfrm xmlns:a="http://schemas.openxmlformats.org/drawingml/2006/main">
            <a:off x="5238750" y="4705350"/>
            <a:ext cx="17430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250" b="1">
                <a:solidFill>
                  <a:srgbClr val="A6A8FF"/>
                </a:solidFill>
                <a:latin typeface="Space Grotesk"/>
                <a:ea typeface="Space Grotesk"/>
                <a:cs typeface="Space Grotesk"/>
              </a:defRPr>
            </a:defPPr>
            <a:lvl1pPr>
              <a:buNone/>
              <a:defRPr sz="2250" b="1">
                <a:solidFill>
                  <a:srgbClr val="A6A8FF"/>
                </a:solidFill>
                <a:latin typeface="Space Grotesk"/>
                <a:ea typeface="Space Grotesk"/>
                <a:cs typeface="Space Grotesk"/>
              </a:defRPr>
            </a:lvl1pPr>
            <a:lvl2pPr>
              <a:buNone/>
              <a:defRPr sz="2250" b="1">
                <a:solidFill>
                  <a:srgbClr val="A6A8FF"/>
                </a:solidFill>
                <a:latin typeface="Space Grotesk"/>
                <a:ea typeface="Space Grotesk"/>
                <a:cs typeface="Space Grotesk"/>
              </a:defRPr>
            </a:lvl2pPr>
            <a:lvl3pPr>
              <a:buNone/>
              <a:defRPr sz="2250" b="1">
                <a:solidFill>
                  <a:srgbClr val="A6A8FF"/>
                </a:solidFill>
                <a:latin typeface="Space Grotesk"/>
                <a:ea typeface="Space Grotesk"/>
                <a:cs typeface="Space Grotesk"/>
              </a:defRPr>
            </a:lvl3pPr>
            <a:lvl4pPr>
              <a:buNone/>
              <a:defRPr sz="2250" b="1">
                <a:solidFill>
                  <a:srgbClr val="A6A8FF"/>
                </a:solidFill>
                <a:latin typeface="Space Grotesk"/>
                <a:ea typeface="Space Grotesk"/>
                <a:cs typeface="Space Grotesk"/>
              </a:defRPr>
            </a:lvl4pPr>
            <a:lvl5pPr>
              <a:buNone/>
              <a:defRPr sz="2250" b="1">
                <a:solidFill>
                  <a:srgbClr val="A6A8FF"/>
                </a:solidFill>
                <a:latin typeface="Space Grotesk"/>
                <a:ea typeface="Space Grotesk"/>
                <a:cs typeface="Space Grotesk"/>
              </a:defRPr>
            </a:lvl5pPr>
            <a:lvl6pPr>
              <a:buNone/>
              <a:defRPr sz="2250" b="1">
                <a:solidFill>
                  <a:srgbClr val="A6A8FF"/>
                </a:solidFill>
                <a:latin typeface="Space Grotesk"/>
                <a:ea typeface="Space Grotesk"/>
                <a:cs typeface="Space Grotesk"/>
              </a:defRPr>
            </a:lvl6pPr>
            <a:lvl7pPr>
              <a:buNone/>
              <a:defRPr sz="2250" b="1">
                <a:solidFill>
                  <a:srgbClr val="A6A8FF"/>
                </a:solidFill>
                <a:latin typeface="Space Grotesk"/>
                <a:ea typeface="Space Grotesk"/>
                <a:cs typeface="Space Grotesk"/>
              </a:defRPr>
            </a:lvl7pPr>
            <a:lvl8pPr>
              <a:buNone/>
              <a:defRPr sz="2250" b="1">
                <a:solidFill>
                  <a:srgbClr val="A6A8FF"/>
                </a:solidFill>
                <a:latin typeface="Space Grotesk"/>
                <a:ea typeface="Space Grotesk"/>
                <a:cs typeface="Space Grotesk"/>
              </a:defRPr>
            </a:lvl8pPr>
            <a:lvl9pPr>
              <a:buNone/>
              <a:defRPr sz="2250" b="1">
                <a:solidFill>
                  <a:srgbClr val="A6A8FF"/>
                </a:solidFill>
                <a:latin typeface="Space Grotesk"/>
                <a:ea typeface="Space Grotesk"/>
                <a:cs typeface="Space Grotesk"/>
              </a:defRPr>
            </a:lvl9pPr>
          </a:lstStyle>
          <a:p xmlns:a="http://schemas.openxmlformats.org/drawingml/2006/main">
            <a:pPr>
              <a:buNone/>
              <a:defRPr sz="2250" b="1">
                <a:solidFill>
                  <a:srgbClr val="A6A8FF"/>
                </a:solidFill>
                <a:latin typeface="Space Grotesk"/>
                <a:ea typeface="Space Grotesk"/>
                <a:cs typeface="Space Grotesk"/>
              </a:defRPr>
            </a:pPr>
            <a:r>
              <a:rPr sz="2250" b="1">
                <a:solidFill>
                  <a:srgbClr val="A6A8FF"/>
                </a:solidFill>
                <a:latin typeface="Space Grotesk"/>
                <a:ea typeface="Space Grotesk"/>
                <a:cs typeface="Space Grotesk"/>
              </a:rPr>
              <a:t>Year 3</a:t>
            </a:r>
          </a:p>
        </p:txBody>
      </p:sp>
      <p:sp>
        <p:nvSpPr>
          <p:cNvPr id="12" name="More specialists.&#10;Developer SDK.">
            <a:extLst xmlns:a="http://schemas.openxmlformats.org/drawingml/2006/main">
              <a:ext uri="{FF2B5EF4-FFF2-40B4-BE49-F238E27FC236}">
                <a16:creationId xmlns:a16="http://schemas.microsoft.com/office/drawing/2014/main" id="{CFF45721-E297-4047-A4EC-A25B20C01E17}"/>
              </a:ext>
            </a:extLst>
          </p:cNvPr>
          <p:cNvSpPr>
            <a:spLocks xmlns:a="http://schemas.openxmlformats.org/drawingml/2006/main" noGrp="1"/>
          </p:cNvSpPr>
          <p:nvPr/>
        </p:nvSpPr>
        <p:spPr>
          <a:xfrm xmlns:a="http://schemas.openxmlformats.org/drawingml/2006/main">
            <a:off x="5238750" y="5248275"/>
            <a:ext cx="17430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F3F2F7"/>
                </a:solidFill>
                <a:latin typeface="Inter"/>
                <a:ea typeface="Inter"/>
                <a:cs typeface="Inter"/>
              </a:defRPr>
            </a:defPPr>
            <a:lvl1pPr>
              <a:buNone/>
              <a:defRPr sz="1725" b="0">
                <a:solidFill>
                  <a:srgbClr val="F3F2F7"/>
                </a:solidFill>
                <a:latin typeface="Inter"/>
                <a:ea typeface="Inter"/>
                <a:cs typeface="Inter"/>
              </a:defRPr>
            </a:lvl1pPr>
            <a:lvl2pPr>
              <a:buNone/>
              <a:defRPr sz="1725" b="0">
                <a:solidFill>
                  <a:srgbClr val="F3F2F7"/>
                </a:solidFill>
                <a:latin typeface="Inter"/>
                <a:ea typeface="Inter"/>
                <a:cs typeface="Inter"/>
              </a:defRPr>
            </a:lvl2pPr>
            <a:lvl3pPr>
              <a:buNone/>
              <a:defRPr sz="1725" b="0">
                <a:solidFill>
                  <a:srgbClr val="F3F2F7"/>
                </a:solidFill>
                <a:latin typeface="Inter"/>
                <a:ea typeface="Inter"/>
                <a:cs typeface="Inter"/>
              </a:defRPr>
            </a:lvl3pPr>
            <a:lvl4pPr>
              <a:buNone/>
              <a:defRPr sz="1725" b="0">
                <a:solidFill>
                  <a:srgbClr val="F3F2F7"/>
                </a:solidFill>
                <a:latin typeface="Inter"/>
                <a:ea typeface="Inter"/>
                <a:cs typeface="Inter"/>
              </a:defRPr>
            </a:lvl4pPr>
            <a:lvl5pPr>
              <a:buNone/>
              <a:defRPr sz="1725" b="0">
                <a:solidFill>
                  <a:srgbClr val="F3F2F7"/>
                </a:solidFill>
                <a:latin typeface="Inter"/>
                <a:ea typeface="Inter"/>
                <a:cs typeface="Inter"/>
              </a:defRPr>
            </a:lvl5pPr>
            <a:lvl6pPr>
              <a:buNone/>
              <a:defRPr sz="1725" b="0">
                <a:solidFill>
                  <a:srgbClr val="F3F2F7"/>
                </a:solidFill>
                <a:latin typeface="Inter"/>
                <a:ea typeface="Inter"/>
                <a:cs typeface="Inter"/>
              </a:defRPr>
            </a:lvl6pPr>
            <a:lvl7pPr>
              <a:buNone/>
              <a:defRPr sz="1725" b="0">
                <a:solidFill>
                  <a:srgbClr val="F3F2F7"/>
                </a:solidFill>
                <a:latin typeface="Inter"/>
                <a:ea typeface="Inter"/>
                <a:cs typeface="Inter"/>
              </a:defRPr>
            </a:lvl7pPr>
            <a:lvl8pPr>
              <a:buNone/>
              <a:defRPr sz="1725" b="0">
                <a:solidFill>
                  <a:srgbClr val="F3F2F7"/>
                </a:solidFill>
                <a:latin typeface="Inter"/>
                <a:ea typeface="Inter"/>
                <a:cs typeface="Inter"/>
              </a:defRPr>
            </a:lvl8pPr>
            <a:lvl9pPr>
              <a:buNone/>
              <a:defRPr sz="1725" b="0">
                <a:solidFill>
                  <a:srgbClr val="F3F2F7"/>
                </a:solidFill>
                <a:latin typeface="Inter"/>
                <a:ea typeface="Inter"/>
                <a:cs typeface="Inter"/>
              </a:defRPr>
            </a:lvl9pPr>
          </a:lstStyle>
          <a:p xmlns:a="http://schemas.openxmlformats.org/drawingml/2006/main">
            <a:pPr>
              <a:buNone/>
              <a:defRPr sz="1725" b="0">
                <a:solidFill>
                  <a:srgbClr val="F3F2F7"/>
                </a:solidFill>
                <a:latin typeface="Inter"/>
                <a:ea typeface="Inter"/>
                <a:cs typeface="Inter"/>
              </a:defRPr>
            </a:pPr>
            <a:r>
              <a:rPr sz="1725" b="0">
                <a:solidFill>
                  <a:srgbClr val="F3F2F7"/>
                </a:solidFill>
                <a:latin typeface="Inter"/>
                <a:ea typeface="Inter"/>
                <a:cs typeface="Inter"/>
              </a:rPr>
              <a:t>More specialists.</a:t>
            </a:r>
          </a:p>
          <a:p xmlns:a="http://schemas.openxmlformats.org/drawingml/2006/main">
            <a:pPr>
              <a:buNone/>
              <a:defRPr sz="1725" b="0">
                <a:solidFill>
                  <a:srgbClr val="F3F2F7"/>
                </a:solidFill>
                <a:latin typeface="Inter"/>
                <a:ea typeface="Inter"/>
                <a:cs typeface="Inter"/>
              </a:defRPr>
            </a:pPr>
            <a:r>
              <a:rPr sz="1725" b="0">
                <a:solidFill>
                  <a:srgbClr val="F3F2F7"/>
                </a:solidFill>
                <a:latin typeface="Inter"/>
                <a:ea typeface="Inter"/>
                <a:cs typeface="Inter"/>
              </a:rPr>
              <a:t>Developer SDK.</a:t>
            </a:r>
          </a:p>
        </p:txBody>
      </p:sp>
      <p:sp>
        <p:nvSpPr>
          <p:cNvPr id="13" name="">
            <a:extLst xmlns:a="http://schemas.openxmlformats.org/drawingml/2006/main">
              <a:ext uri="{FF2B5EF4-FFF2-40B4-BE49-F238E27FC236}">
                <a16:creationId xmlns:a16="http://schemas.microsoft.com/office/drawing/2014/main" id="{D32FE649-F31A-40EE-9072-68EF5FE155C9}"/>
              </a:ext>
            </a:extLst>
          </p:cNvPr>
          <p:cNvSpPr>
            <a:spLocks xmlns:a="http://schemas.openxmlformats.org/drawingml/2006/main" noGrp="1"/>
          </p:cNvSpPr>
          <p:nvPr/>
        </p:nvSpPr>
        <p:spPr>
          <a:xfrm xmlns:a="http://schemas.openxmlformats.org/drawingml/2006/main">
            <a:off x="7324725" y="4552950"/>
            <a:ext cx="2047875" cy="1752600"/>
          </a:xfrm>
          <a:prstGeom xmlns:a="http://schemas.openxmlformats.org/drawingml/2006/main" prst="roundRect">
            <a:avLst>
              <a:gd name="adj" fmla="val 8696"/>
            </a:avLst>
          </a:prstGeom>
          <a:solidFill xmlns:a="http://schemas.openxmlformats.org/drawingml/2006/main">
            <a:srgbClr val="1B1D26"/>
          </a:solidFill>
          <a:ln xmlns:a="http://schemas.openxmlformats.org/drawingml/2006/main" w="9525">
            <a:solidFill>
              <a:srgbClr val="343745"/>
            </a:solidFill>
          </a:ln>
        </p:spPr>
      </p:sp>
      <p:sp>
        <p:nvSpPr>
          <p:cNvPr id="14" name="Year 4">
            <a:extLst xmlns:a="http://schemas.openxmlformats.org/drawingml/2006/main">
              <a:ext uri="{FF2B5EF4-FFF2-40B4-BE49-F238E27FC236}">
                <a16:creationId xmlns:a16="http://schemas.microsoft.com/office/drawing/2014/main" id="{38B8D375-3888-4EC6-AB5D-022C9FD582C7}"/>
              </a:ext>
            </a:extLst>
          </p:cNvPr>
          <p:cNvSpPr>
            <a:spLocks xmlns:a="http://schemas.openxmlformats.org/drawingml/2006/main" noGrp="1"/>
          </p:cNvSpPr>
          <p:nvPr/>
        </p:nvSpPr>
        <p:spPr>
          <a:xfrm xmlns:a="http://schemas.openxmlformats.org/drawingml/2006/main">
            <a:off x="7477125" y="4705350"/>
            <a:ext cx="17430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250" b="1">
                <a:solidFill>
                  <a:srgbClr val="A6A8FF"/>
                </a:solidFill>
                <a:latin typeface="Space Grotesk"/>
                <a:ea typeface="Space Grotesk"/>
                <a:cs typeface="Space Grotesk"/>
              </a:defRPr>
            </a:defPPr>
            <a:lvl1pPr>
              <a:buNone/>
              <a:defRPr sz="2250" b="1">
                <a:solidFill>
                  <a:srgbClr val="A6A8FF"/>
                </a:solidFill>
                <a:latin typeface="Space Grotesk"/>
                <a:ea typeface="Space Grotesk"/>
                <a:cs typeface="Space Grotesk"/>
              </a:defRPr>
            </a:lvl1pPr>
            <a:lvl2pPr>
              <a:buNone/>
              <a:defRPr sz="2250" b="1">
                <a:solidFill>
                  <a:srgbClr val="A6A8FF"/>
                </a:solidFill>
                <a:latin typeface="Space Grotesk"/>
                <a:ea typeface="Space Grotesk"/>
                <a:cs typeface="Space Grotesk"/>
              </a:defRPr>
            </a:lvl2pPr>
            <a:lvl3pPr>
              <a:buNone/>
              <a:defRPr sz="2250" b="1">
                <a:solidFill>
                  <a:srgbClr val="A6A8FF"/>
                </a:solidFill>
                <a:latin typeface="Space Grotesk"/>
                <a:ea typeface="Space Grotesk"/>
                <a:cs typeface="Space Grotesk"/>
              </a:defRPr>
            </a:lvl3pPr>
            <a:lvl4pPr>
              <a:buNone/>
              <a:defRPr sz="2250" b="1">
                <a:solidFill>
                  <a:srgbClr val="A6A8FF"/>
                </a:solidFill>
                <a:latin typeface="Space Grotesk"/>
                <a:ea typeface="Space Grotesk"/>
                <a:cs typeface="Space Grotesk"/>
              </a:defRPr>
            </a:lvl4pPr>
            <a:lvl5pPr>
              <a:buNone/>
              <a:defRPr sz="2250" b="1">
                <a:solidFill>
                  <a:srgbClr val="A6A8FF"/>
                </a:solidFill>
                <a:latin typeface="Space Grotesk"/>
                <a:ea typeface="Space Grotesk"/>
                <a:cs typeface="Space Grotesk"/>
              </a:defRPr>
            </a:lvl5pPr>
            <a:lvl6pPr>
              <a:buNone/>
              <a:defRPr sz="2250" b="1">
                <a:solidFill>
                  <a:srgbClr val="A6A8FF"/>
                </a:solidFill>
                <a:latin typeface="Space Grotesk"/>
                <a:ea typeface="Space Grotesk"/>
                <a:cs typeface="Space Grotesk"/>
              </a:defRPr>
            </a:lvl6pPr>
            <a:lvl7pPr>
              <a:buNone/>
              <a:defRPr sz="2250" b="1">
                <a:solidFill>
                  <a:srgbClr val="A6A8FF"/>
                </a:solidFill>
                <a:latin typeface="Space Grotesk"/>
                <a:ea typeface="Space Grotesk"/>
                <a:cs typeface="Space Grotesk"/>
              </a:defRPr>
            </a:lvl7pPr>
            <a:lvl8pPr>
              <a:buNone/>
              <a:defRPr sz="2250" b="1">
                <a:solidFill>
                  <a:srgbClr val="A6A8FF"/>
                </a:solidFill>
                <a:latin typeface="Space Grotesk"/>
                <a:ea typeface="Space Grotesk"/>
                <a:cs typeface="Space Grotesk"/>
              </a:defRPr>
            </a:lvl8pPr>
            <a:lvl9pPr>
              <a:buNone/>
              <a:defRPr sz="2250" b="1">
                <a:solidFill>
                  <a:srgbClr val="A6A8FF"/>
                </a:solidFill>
                <a:latin typeface="Space Grotesk"/>
                <a:ea typeface="Space Grotesk"/>
                <a:cs typeface="Space Grotesk"/>
              </a:defRPr>
            </a:lvl9pPr>
          </a:lstStyle>
          <a:p xmlns:a="http://schemas.openxmlformats.org/drawingml/2006/main">
            <a:pPr>
              <a:buNone/>
              <a:defRPr sz="2250" b="1">
                <a:solidFill>
                  <a:srgbClr val="A6A8FF"/>
                </a:solidFill>
                <a:latin typeface="Space Grotesk"/>
                <a:ea typeface="Space Grotesk"/>
                <a:cs typeface="Space Grotesk"/>
              </a:defRPr>
            </a:pPr>
            <a:r>
              <a:rPr sz="2250" b="1">
                <a:solidFill>
                  <a:srgbClr val="A6A8FF"/>
                </a:solidFill>
                <a:latin typeface="Space Grotesk"/>
                <a:ea typeface="Space Grotesk"/>
                <a:cs typeface="Space Grotesk"/>
              </a:rPr>
              <a:t>Year 4</a:t>
            </a:r>
          </a:p>
        </p:txBody>
      </p:sp>
      <p:sp>
        <p:nvSpPr>
          <p:cNvPr id="15" name="Business teams.&#10;Collaboration.">
            <a:extLst xmlns:a="http://schemas.openxmlformats.org/drawingml/2006/main">
              <a:ext uri="{FF2B5EF4-FFF2-40B4-BE49-F238E27FC236}">
                <a16:creationId xmlns:a16="http://schemas.microsoft.com/office/drawing/2014/main" id="{FF1500AC-8F7B-42F6-B10B-FBBAF6BD9804}"/>
              </a:ext>
            </a:extLst>
          </p:cNvPr>
          <p:cNvSpPr>
            <a:spLocks xmlns:a="http://schemas.openxmlformats.org/drawingml/2006/main" noGrp="1"/>
          </p:cNvSpPr>
          <p:nvPr/>
        </p:nvSpPr>
        <p:spPr>
          <a:xfrm xmlns:a="http://schemas.openxmlformats.org/drawingml/2006/main">
            <a:off x="7477125" y="5248275"/>
            <a:ext cx="17430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F3F2F7"/>
                </a:solidFill>
                <a:latin typeface="Inter"/>
                <a:ea typeface="Inter"/>
                <a:cs typeface="Inter"/>
              </a:defRPr>
            </a:defPPr>
            <a:lvl1pPr>
              <a:buNone/>
              <a:defRPr sz="1725" b="0">
                <a:solidFill>
                  <a:srgbClr val="F3F2F7"/>
                </a:solidFill>
                <a:latin typeface="Inter"/>
                <a:ea typeface="Inter"/>
                <a:cs typeface="Inter"/>
              </a:defRPr>
            </a:lvl1pPr>
            <a:lvl2pPr>
              <a:buNone/>
              <a:defRPr sz="1725" b="0">
                <a:solidFill>
                  <a:srgbClr val="F3F2F7"/>
                </a:solidFill>
                <a:latin typeface="Inter"/>
                <a:ea typeface="Inter"/>
                <a:cs typeface="Inter"/>
              </a:defRPr>
            </a:lvl2pPr>
            <a:lvl3pPr>
              <a:buNone/>
              <a:defRPr sz="1725" b="0">
                <a:solidFill>
                  <a:srgbClr val="F3F2F7"/>
                </a:solidFill>
                <a:latin typeface="Inter"/>
                <a:ea typeface="Inter"/>
                <a:cs typeface="Inter"/>
              </a:defRPr>
            </a:lvl3pPr>
            <a:lvl4pPr>
              <a:buNone/>
              <a:defRPr sz="1725" b="0">
                <a:solidFill>
                  <a:srgbClr val="F3F2F7"/>
                </a:solidFill>
                <a:latin typeface="Inter"/>
                <a:ea typeface="Inter"/>
                <a:cs typeface="Inter"/>
              </a:defRPr>
            </a:lvl4pPr>
            <a:lvl5pPr>
              <a:buNone/>
              <a:defRPr sz="1725" b="0">
                <a:solidFill>
                  <a:srgbClr val="F3F2F7"/>
                </a:solidFill>
                <a:latin typeface="Inter"/>
                <a:ea typeface="Inter"/>
                <a:cs typeface="Inter"/>
              </a:defRPr>
            </a:lvl5pPr>
            <a:lvl6pPr>
              <a:buNone/>
              <a:defRPr sz="1725" b="0">
                <a:solidFill>
                  <a:srgbClr val="F3F2F7"/>
                </a:solidFill>
                <a:latin typeface="Inter"/>
                <a:ea typeface="Inter"/>
                <a:cs typeface="Inter"/>
              </a:defRPr>
            </a:lvl6pPr>
            <a:lvl7pPr>
              <a:buNone/>
              <a:defRPr sz="1725" b="0">
                <a:solidFill>
                  <a:srgbClr val="F3F2F7"/>
                </a:solidFill>
                <a:latin typeface="Inter"/>
                <a:ea typeface="Inter"/>
                <a:cs typeface="Inter"/>
              </a:defRPr>
            </a:lvl7pPr>
            <a:lvl8pPr>
              <a:buNone/>
              <a:defRPr sz="1725" b="0">
                <a:solidFill>
                  <a:srgbClr val="F3F2F7"/>
                </a:solidFill>
                <a:latin typeface="Inter"/>
                <a:ea typeface="Inter"/>
                <a:cs typeface="Inter"/>
              </a:defRPr>
            </a:lvl8pPr>
            <a:lvl9pPr>
              <a:buNone/>
              <a:defRPr sz="1725" b="0">
                <a:solidFill>
                  <a:srgbClr val="F3F2F7"/>
                </a:solidFill>
                <a:latin typeface="Inter"/>
                <a:ea typeface="Inter"/>
                <a:cs typeface="Inter"/>
              </a:defRPr>
            </a:lvl9pPr>
          </a:lstStyle>
          <a:p xmlns:a="http://schemas.openxmlformats.org/drawingml/2006/main">
            <a:pPr>
              <a:buNone/>
              <a:defRPr sz="1725" b="0">
                <a:solidFill>
                  <a:srgbClr val="F3F2F7"/>
                </a:solidFill>
                <a:latin typeface="Inter"/>
                <a:ea typeface="Inter"/>
                <a:cs typeface="Inter"/>
              </a:defRPr>
            </a:pPr>
            <a:r>
              <a:rPr sz="1725" b="0">
                <a:solidFill>
                  <a:srgbClr val="F3F2F7"/>
                </a:solidFill>
                <a:latin typeface="Inter"/>
                <a:ea typeface="Inter"/>
                <a:cs typeface="Inter"/>
              </a:rPr>
              <a:t>Business teams.</a:t>
            </a:r>
          </a:p>
          <a:p xmlns:a="http://schemas.openxmlformats.org/drawingml/2006/main">
            <a:pPr>
              <a:buNone/>
              <a:defRPr sz="1725" b="0">
                <a:solidFill>
                  <a:srgbClr val="F3F2F7"/>
                </a:solidFill>
                <a:latin typeface="Inter"/>
                <a:ea typeface="Inter"/>
                <a:cs typeface="Inter"/>
              </a:defRPr>
            </a:pPr>
            <a:r>
              <a:rPr sz="1725" b="0">
                <a:solidFill>
                  <a:srgbClr val="F3F2F7"/>
                </a:solidFill>
                <a:latin typeface="Inter"/>
                <a:ea typeface="Inter"/>
                <a:cs typeface="Inter"/>
              </a:rPr>
              <a:t>Collaboration.</a:t>
            </a:r>
          </a:p>
        </p:txBody>
      </p:sp>
      <p:sp>
        <p:nvSpPr>
          <p:cNvPr id="16" name="">
            <a:extLst xmlns:a="http://schemas.openxmlformats.org/drawingml/2006/main">
              <a:ext uri="{FF2B5EF4-FFF2-40B4-BE49-F238E27FC236}">
                <a16:creationId xmlns:a16="http://schemas.microsoft.com/office/drawing/2014/main" id="{A61A9F03-F1E2-4E30-8880-80BB42CAF112}"/>
              </a:ext>
            </a:extLst>
          </p:cNvPr>
          <p:cNvSpPr>
            <a:spLocks xmlns:a="http://schemas.openxmlformats.org/drawingml/2006/main" noGrp="1"/>
          </p:cNvSpPr>
          <p:nvPr/>
        </p:nvSpPr>
        <p:spPr>
          <a:xfrm xmlns:a="http://schemas.openxmlformats.org/drawingml/2006/main">
            <a:off x="9563100" y="4552950"/>
            <a:ext cx="2047875" cy="1752600"/>
          </a:xfrm>
          <a:prstGeom xmlns:a="http://schemas.openxmlformats.org/drawingml/2006/main" prst="roundRect">
            <a:avLst>
              <a:gd name="adj" fmla="val 8696"/>
            </a:avLst>
          </a:prstGeom>
          <a:solidFill xmlns:a="http://schemas.openxmlformats.org/drawingml/2006/main">
            <a:srgbClr val="1B1D26"/>
          </a:solidFill>
          <a:ln xmlns:a="http://schemas.openxmlformats.org/drawingml/2006/main" w="9525">
            <a:solidFill>
              <a:srgbClr val="343745"/>
            </a:solidFill>
          </a:ln>
        </p:spPr>
      </p:sp>
      <p:sp>
        <p:nvSpPr>
          <p:cNvPr id="17" name="Year 5">
            <a:extLst xmlns:a="http://schemas.openxmlformats.org/drawingml/2006/main">
              <a:ext uri="{FF2B5EF4-FFF2-40B4-BE49-F238E27FC236}">
                <a16:creationId xmlns:a16="http://schemas.microsoft.com/office/drawing/2014/main" id="{67FF3961-01A4-4391-A210-0BB17D75C579}"/>
              </a:ext>
            </a:extLst>
          </p:cNvPr>
          <p:cNvSpPr>
            <a:spLocks xmlns:a="http://schemas.openxmlformats.org/drawingml/2006/main" noGrp="1"/>
          </p:cNvSpPr>
          <p:nvPr/>
        </p:nvSpPr>
        <p:spPr>
          <a:xfrm xmlns:a="http://schemas.openxmlformats.org/drawingml/2006/main">
            <a:off x="9715500" y="4705350"/>
            <a:ext cx="17430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250" b="1">
                <a:solidFill>
                  <a:srgbClr val="A6A8FF"/>
                </a:solidFill>
                <a:latin typeface="Space Grotesk"/>
                <a:ea typeface="Space Grotesk"/>
                <a:cs typeface="Space Grotesk"/>
              </a:defRPr>
            </a:defPPr>
            <a:lvl1pPr>
              <a:buNone/>
              <a:defRPr sz="2250" b="1">
                <a:solidFill>
                  <a:srgbClr val="A6A8FF"/>
                </a:solidFill>
                <a:latin typeface="Space Grotesk"/>
                <a:ea typeface="Space Grotesk"/>
                <a:cs typeface="Space Grotesk"/>
              </a:defRPr>
            </a:lvl1pPr>
            <a:lvl2pPr>
              <a:buNone/>
              <a:defRPr sz="2250" b="1">
                <a:solidFill>
                  <a:srgbClr val="A6A8FF"/>
                </a:solidFill>
                <a:latin typeface="Space Grotesk"/>
                <a:ea typeface="Space Grotesk"/>
                <a:cs typeface="Space Grotesk"/>
              </a:defRPr>
            </a:lvl2pPr>
            <a:lvl3pPr>
              <a:buNone/>
              <a:defRPr sz="2250" b="1">
                <a:solidFill>
                  <a:srgbClr val="A6A8FF"/>
                </a:solidFill>
                <a:latin typeface="Space Grotesk"/>
                <a:ea typeface="Space Grotesk"/>
                <a:cs typeface="Space Grotesk"/>
              </a:defRPr>
            </a:lvl3pPr>
            <a:lvl4pPr>
              <a:buNone/>
              <a:defRPr sz="2250" b="1">
                <a:solidFill>
                  <a:srgbClr val="A6A8FF"/>
                </a:solidFill>
                <a:latin typeface="Space Grotesk"/>
                <a:ea typeface="Space Grotesk"/>
                <a:cs typeface="Space Grotesk"/>
              </a:defRPr>
            </a:lvl4pPr>
            <a:lvl5pPr>
              <a:buNone/>
              <a:defRPr sz="2250" b="1">
                <a:solidFill>
                  <a:srgbClr val="A6A8FF"/>
                </a:solidFill>
                <a:latin typeface="Space Grotesk"/>
                <a:ea typeface="Space Grotesk"/>
                <a:cs typeface="Space Grotesk"/>
              </a:defRPr>
            </a:lvl5pPr>
            <a:lvl6pPr>
              <a:buNone/>
              <a:defRPr sz="2250" b="1">
                <a:solidFill>
                  <a:srgbClr val="A6A8FF"/>
                </a:solidFill>
                <a:latin typeface="Space Grotesk"/>
                <a:ea typeface="Space Grotesk"/>
                <a:cs typeface="Space Grotesk"/>
              </a:defRPr>
            </a:lvl6pPr>
            <a:lvl7pPr>
              <a:buNone/>
              <a:defRPr sz="2250" b="1">
                <a:solidFill>
                  <a:srgbClr val="A6A8FF"/>
                </a:solidFill>
                <a:latin typeface="Space Grotesk"/>
                <a:ea typeface="Space Grotesk"/>
                <a:cs typeface="Space Grotesk"/>
              </a:defRPr>
            </a:lvl7pPr>
            <a:lvl8pPr>
              <a:buNone/>
              <a:defRPr sz="2250" b="1">
                <a:solidFill>
                  <a:srgbClr val="A6A8FF"/>
                </a:solidFill>
                <a:latin typeface="Space Grotesk"/>
                <a:ea typeface="Space Grotesk"/>
                <a:cs typeface="Space Grotesk"/>
              </a:defRPr>
            </a:lvl8pPr>
            <a:lvl9pPr>
              <a:buNone/>
              <a:defRPr sz="2250" b="1">
                <a:solidFill>
                  <a:srgbClr val="A6A8FF"/>
                </a:solidFill>
                <a:latin typeface="Space Grotesk"/>
                <a:ea typeface="Space Grotesk"/>
                <a:cs typeface="Space Grotesk"/>
              </a:defRPr>
            </a:lvl9pPr>
          </a:lstStyle>
          <a:p xmlns:a="http://schemas.openxmlformats.org/drawingml/2006/main">
            <a:pPr>
              <a:buNone/>
              <a:defRPr sz="2250" b="1">
                <a:solidFill>
                  <a:srgbClr val="A6A8FF"/>
                </a:solidFill>
                <a:latin typeface="Space Grotesk"/>
                <a:ea typeface="Space Grotesk"/>
                <a:cs typeface="Space Grotesk"/>
              </a:defRPr>
            </a:pPr>
            <a:r>
              <a:rPr sz="2250" b="1">
                <a:solidFill>
                  <a:srgbClr val="A6A8FF"/>
                </a:solidFill>
                <a:latin typeface="Space Grotesk"/>
                <a:ea typeface="Space Grotesk"/>
                <a:cs typeface="Space Grotesk"/>
              </a:rPr>
              <a:t>Year 5</a:t>
            </a:r>
          </a:p>
        </p:txBody>
      </p:sp>
      <p:sp>
        <p:nvSpPr>
          <p:cNvPr id="18" name="More payments.&#10;Stronger privacy.">
            <a:extLst xmlns:a="http://schemas.openxmlformats.org/drawingml/2006/main">
              <a:ext uri="{FF2B5EF4-FFF2-40B4-BE49-F238E27FC236}">
                <a16:creationId xmlns:a16="http://schemas.microsoft.com/office/drawing/2014/main" id="{1F9CCE98-90CA-4E5C-8AD9-B05C9529B914}"/>
              </a:ext>
            </a:extLst>
          </p:cNvPr>
          <p:cNvSpPr>
            <a:spLocks xmlns:a="http://schemas.openxmlformats.org/drawingml/2006/main" noGrp="1"/>
          </p:cNvSpPr>
          <p:nvPr/>
        </p:nvSpPr>
        <p:spPr>
          <a:xfrm xmlns:a="http://schemas.openxmlformats.org/drawingml/2006/main">
            <a:off x="9715500" y="5248275"/>
            <a:ext cx="17430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F3F2F7"/>
                </a:solidFill>
                <a:latin typeface="Inter"/>
                <a:ea typeface="Inter"/>
                <a:cs typeface="Inter"/>
              </a:defRPr>
            </a:defPPr>
            <a:lvl1pPr>
              <a:buNone/>
              <a:defRPr sz="1725" b="0">
                <a:solidFill>
                  <a:srgbClr val="F3F2F7"/>
                </a:solidFill>
                <a:latin typeface="Inter"/>
                <a:ea typeface="Inter"/>
                <a:cs typeface="Inter"/>
              </a:defRPr>
            </a:lvl1pPr>
            <a:lvl2pPr>
              <a:buNone/>
              <a:defRPr sz="1725" b="0">
                <a:solidFill>
                  <a:srgbClr val="F3F2F7"/>
                </a:solidFill>
                <a:latin typeface="Inter"/>
                <a:ea typeface="Inter"/>
                <a:cs typeface="Inter"/>
              </a:defRPr>
            </a:lvl2pPr>
            <a:lvl3pPr>
              <a:buNone/>
              <a:defRPr sz="1725" b="0">
                <a:solidFill>
                  <a:srgbClr val="F3F2F7"/>
                </a:solidFill>
                <a:latin typeface="Inter"/>
                <a:ea typeface="Inter"/>
                <a:cs typeface="Inter"/>
              </a:defRPr>
            </a:lvl3pPr>
            <a:lvl4pPr>
              <a:buNone/>
              <a:defRPr sz="1725" b="0">
                <a:solidFill>
                  <a:srgbClr val="F3F2F7"/>
                </a:solidFill>
                <a:latin typeface="Inter"/>
                <a:ea typeface="Inter"/>
                <a:cs typeface="Inter"/>
              </a:defRPr>
            </a:lvl4pPr>
            <a:lvl5pPr>
              <a:buNone/>
              <a:defRPr sz="1725" b="0">
                <a:solidFill>
                  <a:srgbClr val="F3F2F7"/>
                </a:solidFill>
                <a:latin typeface="Inter"/>
                <a:ea typeface="Inter"/>
                <a:cs typeface="Inter"/>
              </a:defRPr>
            </a:lvl5pPr>
            <a:lvl6pPr>
              <a:buNone/>
              <a:defRPr sz="1725" b="0">
                <a:solidFill>
                  <a:srgbClr val="F3F2F7"/>
                </a:solidFill>
                <a:latin typeface="Inter"/>
                <a:ea typeface="Inter"/>
                <a:cs typeface="Inter"/>
              </a:defRPr>
            </a:lvl6pPr>
            <a:lvl7pPr>
              <a:buNone/>
              <a:defRPr sz="1725" b="0">
                <a:solidFill>
                  <a:srgbClr val="F3F2F7"/>
                </a:solidFill>
                <a:latin typeface="Inter"/>
                <a:ea typeface="Inter"/>
                <a:cs typeface="Inter"/>
              </a:defRPr>
            </a:lvl7pPr>
            <a:lvl8pPr>
              <a:buNone/>
              <a:defRPr sz="1725" b="0">
                <a:solidFill>
                  <a:srgbClr val="F3F2F7"/>
                </a:solidFill>
                <a:latin typeface="Inter"/>
                <a:ea typeface="Inter"/>
                <a:cs typeface="Inter"/>
              </a:defRPr>
            </a:lvl8pPr>
            <a:lvl9pPr>
              <a:buNone/>
              <a:defRPr sz="1725" b="0">
                <a:solidFill>
                  <a:srgbClr val="F3F2F7"/>
                </a:solidFill>
                <a:latin typeface="Inter"/>
                <a:ea typeface="Inter"/>
                <a:cs typeface="Inter"/>
              </a:defRPr>
            </a:lvl9pPr>
          </a:lstStyle>
          <a:p xmlns:a="http://schemas.openxmlformats.org/drawingml/2006/main">
            <a:pPr>
              <a:buNone/>
              <a:defRPr sz="1725" b="0">
                <a:solidFill>
                  <a:srgbClr val="F3F2F7"/>
                </a:solidFill>
                <a:latin typeface="Inter"/>
                <a:ea typeface="Inter"/>
                <a:cs typeface="Inter"/>
              </a:defRPr>
            </a:pPr>
            <a:r>
              <a:rPr sz="1725" b="0">
                <a:solidFill>
                  <a:srgbClr val="F3F2F7"/>
                </a:solidFill>
                <a:latin typeface="Inter"/>
                <a:ea typeface="Inter"/>
                <a:cs typeface="Inter"/>
              </a:rPr>
              <a:t>More payments.</a:t>
            </a:r>
          </a:p>
          <a:p xmlns:a="http://schemas.openxmlformats.org/drawingml/2006/main">
            <a:pPr>
              <a:buNone/>
              <a:defRPr sz="1725" b="0">
                <a:solidFill>
                  <a:srgbClr val="F3F2F7"/>
                </a:solidFill>
                <a:latin typeface="Inter"/>
                <a:ea typeface="Inter"/>
                <a:cs typeface="Inter"/>
              </a:defRPr>
            </a:pPr>
            <a:r>
              <a:rPr sz="1725" b="0">
                <a:solidFill>
                  <a:srgbClr val="F3F2F7"/>
                </a:solidFill>
                <a:latin typeface="Inter"/>
                <a:ea typeface="Inter"/>
                <a:cs typeface="Inter"/>
              </a:rPr>
              <a:t>Stronger privacy.</a:t>
            </a:r>
          </a:p>
        </p:txBody>
      </p:sp>
    </p:spTree>
    <p:extLst>
      <p:ext uri="{BB962C8B-B14F-4D97-AF65-F5344CB8AC3E}">
        <p14:creationId xmlns:p14="http://schemas.microsoft.com/office/powerpoint/2010/main" val="17073947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Inter"/>
        <a:ea typeface=""/>
        <a:cs typeface=""/>
      </a:majorFont>
      <a:minorFont>
        <a:latin typeface="Inter"/>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2026-10-19T07:27:21.3600000Z</dcterms:created>
  <dcterms:modified xsi:type="dcterms:W3CDTF">2026-10-19T07:27:21.3600000Z</dcterms:modified>
</coreProperties>
</file>